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sldIdLst>
    <p:sldId id="257" r:id="rId2"/>
    <p:sldId id="258" r:id="rId3"/>
    <p:sldId id="259" r:id="rId4"/>
    <p:sldId id="260" r:id="rId5"/>
    <p:sldId id="265" r:id="rId6"/>
    <p:sldId id="266" r:id="rId7"/>
    <p:sldId id="261"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hyperlink" Target="mailto:mailto:brand@ust.com" TargetMode="External"/><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3" Type="http://schemas.openxmlformats.org/officeDocument/2006/relationships/hyperlink" Target="http://www.youtube.com/ustglobalweb" TargetMode="External"/><Relationship Id="rId7" Type="http://schemas.openxmlformats.org/officeDocument/2006/relationships/image" Target="../media/image10.emf"/><Relationship Id="rId2" Type="http://schemas.openxmlformats.org/officeDocument/2006/relationships/hyperlink" Target="https://www.facebook.com/USTGlobal" TargetMode="External"/><Relationship Id="rId1" Type="http://schemas.openxmlformats.org/officeDocument/2006/relationships/slideMaster" Target="../slideMasters/slideMaster1.xml"/><Relationship Id="rId6" Type="http://schemas.openxmlformats.org/officeDocument/2006/relationships/image" Target="../media/image9.emf"/><Relationship Id="rId5" Type="http://schemas.openxmlformats.org/officeDocument/2006/relationships/hyperlink" Target="https://twitter.com/USTGlobal" TargetMode="External"/><Relationship Id="rId4" Type="http://schemas.openxmlformats.org/officeDocument/2006/relationships/hyperlink" Target="http://www.linkedin.com/company/ust-globa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5_UST Overview Black">
    <p:bg>
      <p:bgRef idx="1001">
        <a:schemeClr val="bg1"/>
      </p:bgRef>
    </p:bg>
    <p:spTree>
      <p:nvGrpSpPr>
        <p:cNvPr id="1" name=""/>
        <p:cNvGrpSpPr/>
        <p:nvPr/>
      </p:nvGrpSpPr>
      <p:grpSpPr>
        <a:xfrm>
          <a:off x="0" y="0"/>
          <a:ext cx="0" cy="0"/>
          <a:chOff x="0" y="0"/>
          <a:chExt cx="0" cy="0"/>
        </a:xfrm>
      </p:grpSpPr>
      <p:sp>
        <p:nvSpPr>
          <p:cNvPr id="2" name="UST" descr="UST">
            <a:extLst>
              <a:ext uri="{FF2B5EF4-FFF2-40B4-BE49-F238E27FC236}">
                <a16:creationId xmlns:a16="http://schemas.microsoft.com/office/drawing/2014/main" id="{A9B80E6A-98A9-DE7B-69EF-04A3D695D129}"/>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latin typeface="Aptos Light" panose="020B0004020202020204" pitchFamily="34" charset="0"/>
            </a:endParaRPr>
          </a:p>
        </p:txBody>
      </p:sp>
      <p:sp>
        <p:nvSpPr>
          <p:cNvPr id="3" name="Legal">
            <a:extLst>
              <a:ext uri="{FF2B5EF4-FFF2-40B4-BE49-F238E27FC236}">
                <a16:creationId xmlns:a16="http://schemas.microsoft.com/office/drawing/2014/main" id="{CA11EB86-C168-20FD-F6D8-F5605DD74D29}"/>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2025 UST Global Inc</a:t>
            </a:r>
          </a:p>
        </p:txBody>
      </p:sp>
      <p:sp>
        <p:nvSpPr>
          <p:cNvPr id="4" name="Slide Number Placeholder 10">
            <a:extLst>
              <a:ext uri="{FF2B5EF4-FFF2-40B4-BE49-F238E27FC236}">
                <a16:creationId xmlns:a16="http://schemas.microsoft.com/office/drawing/2014/main" id="{A4E325E2-890A-DC6B-2FFC-563ECB5DACB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42836088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Worldwide office locations Updated">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dirty="0">
                <a:solidFill>
                  <a:schemeClr val="tx1"/>
                </a:solidFill>
                <a:latin typeface="Aptos Light" panose="020B0004020202020204" pitchFamily="34" charset="0"/>
              </a:rPr>
              <a:t>Engineering change </a:t>
            </a:r>
            <a:br>
              <a:rPr lang="en-US" b="0" dirty="0">
                <a:solidFill>
                  <a:schemeClr val="tx1"/>
                </a:solidFill>
                <a:latin typeface="Aptos Light" panose="020B0004020202020204" pitchFamily="34" charset="0"/>
              </a:rPr>
            </a:br>
            <a:r>
              <a:rPr lang="en-US" b="0" dirty="0">
                <a:solidFill>
                  <a:schemeClr val="tx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dirty="0">
                <a:latin typeface="Aptos Light" panose="020B0004020202020204" pitchFamily="34" charset="0"/>
              </a:rPr>
              <a:t>*To see a list of all offices, visit </a:t>
            </a:r>
            <a:r>
              <a:rPr lang="en-US" sz="1050" b="1" i="0" u="sng" dirty="0">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dirty="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grpSp>
        <p:nvGrpSpPr>
          <p:cNvPr id="2" name="Group 1">
            <a:extLst>
              <a:ext uri="{FF2B5EF4-FFF2-40B4-BE49-F238E27FC236}">
                <a16:creationId xmlns:a16="http://schemas.microsoft.com/office/drawing/2014/main" id="{F163A0AD-1069-00B6-4DE7-5D8D520490F2}"/>
              </a:ext>
            </a:extLst>
          </p:cNvPr>
          <p:cNvGrpSpPr>
            <a:grpSpLocks noChangeAspect="1"/>
          </p:cNvGrpSpPr>
          <p:nvPr/>
        </p:nvGrpSpPr>
        <p:grpSpPr>
          <a:xfrm>
            <a:off x="2845949" y="1020802"/>
            <a:ext cx="8869680" cy="5466231"/>
            <a:chOff x="2983517" y="963640"/>
            <a:chExt cx="9089403" cy="5601643"/>
          </a:xfrm>
        </p:grpSpPr>
        <p:sp>
          <p:nvSpPr>
            <p:cNvPr id="49" name="TextBox 48">
              <a:extLst>
                <a:ext uri="{FF2B5EF4-FFF2-40B4-BE49-F238E27FC236}">
                  <a16:creationId xmlns:a16="http://schemas.microsoft.com/office/drawing/2014/main" id="{69192C63-F28E-6B9D-3AAE-323B649CC180}"/>
                </a:ext>
              </a:extLst>
            </p:cNvPr>
            <p:cNvSpPr txBox="1"/>
            <p:nvPr/>
          </p:nvSpPr>
          <p:spPr>
            <a:xfrm>
              <a:off x="2983517" y="2312060"/>
              <a:ext cx="1098058" cy="3245376"/>
            </a:xfrm>
            <a:prstGeom prst="rect">
              <a:avLst/>
            </a:prstGeom>
            <a:noFill/>
          </p:spPr>
          <p:txBody>
            <a:bodyPr wrap="none" lIns="0" tIns="0" rIns="0" bIns="0" rtlCol="0">
              <a:spAutoFit/>
            </a:bodyPr>
            <a:lstStyle/>
            <a:p>
              <a:pPr>
                <a:lnSpc>
                  <a:spcPct val="110000"/>
                </a:lnSpc>
                <a:spcAft>
                  <a:spcPts val="100"/>
                </a:spcAft>
                <a:buSzPct val="100000"/>
              </a:pPr>
              <a:r>
                <a:rPr lang="en-US" sz="1000" b="1" dirty="0">
                  <a:latin typeface="Aptos Light" panose="020B0004020202020204" pitchFamily="34" charset="0"/>
                </a:rPr>
                <a:t>AMERICAS</a:t>
              </a:r>
            </a:p>
            <a:p>
              <a:pPr>
                <a:lnSpc>
                  <a:spcPct val="110000"/>
                </a:lnSpc>
                <a:spcAft>
                  <a:spcPts val="100"/>
                </a:spcAft>
                <a:buSzPct val="100000"/>
              </a:pPr>
              <a:r>
                <a:rPr lang="en-US" sz="1000" dirty="0">
                  <a:solidFill>
                    <a:schemeClr val="accent6"/>
                  </a:solidFill>
                  <a:latin typeface="Aptos Light" panose="020B0004020202020204" pitchFamily="34" charset="0"/>
                </a:rPr>
                <a:t>Global HQ – Orange </a:t>
              </a:r>
              <a:br>
                <a:rPr lang="en-US" sz="1000" dirty="0">
                  <a:solidFill>
                    <a:schemeClr val="accent6"/>
                  </a:solidFill>
                  <a:latin typeface="Aptos Light" panose="020B0004020202020204" pitchFamily="34" charset="0"/>
                </a:rPr>
              </a:br>
              <a:r>
                <a:rPr lang="en-US" sz="1000" dirty="0">
                  <a:solidFill>
                    <a:schemeClr val="accent6"/>
                  </a:solidFill>
                  <a:latin typeface="Aptos Light" panose="020B0004020202020204" pitchFamily="34" charset="0"/>
                </a:rPr>
                <a:t>County, CA</a:t>
              </a:r>
            </a:p>
            <a:p>
              <a:pPr>
                <a:lnSpc>
                  <a:spcPct val="110000"/>
                </a:lnSpc>
                <a:spcAft>
                  <a:spcPts val="100"/>
                </a:spcAft>
                <a:buSzPct val="100000"/>
              </a:pPr>
              <a:r>
                <a:rPr lang="en-US" sz="1000" dirty="0">
                  <a:latin typeface="Aptos Light" panose="020B0004020202020204" pitchFamily="34" charset="0"/>
                </a:rPr>
                <a:t>Bentonville, AR</a:t>
              </a:r>
            </a:p>
            <a:p>
              <a:pPr>
                <a:lnSpc>
                  <a:spcPct val="110000"/>
                </a:lnSpc>
                <a:spcAft>
                  <a:spcPts val="100"/>
                </a:spcAft>
                <a:buSzPct val="100000"/>
              </a:pPr>
              <a:r>
                <a:rPr lang="en-US" sz="1000" dirty="0">
                  <a:latin typeface="Aptos Light" panose="020B0004020202020204" pitchFamily="34" charset="0"/>
                </a:rPr>
                <a:t>Chicago, IL </a:t>
              </a:r>
            </a:p>
            <a:p>
              <a:pPr>
                <a:lnSpc>
                  <a:spcPct val="110000"/>
                </a:lnSpc>
                <a:spcAft>
                  <a:spcPts val="100"/>
                </a:spcAft>
                <a:buSzPct val="100000"/>
              </a:pPr>
              <a:r>
                <a:rPr lang="en-US" sz="1000" dirty="0">
                  <a:latin typeface="Aptos Light" panose="020B0004020202020204" pitchFamily="34" charset="0"/>
                </a:rPr>
                <a:t>Norfolk, VA</a:t>
              </a:r>
            </a:p>
            <a:p>
              <a:pPr>
                <a:lnSpc>
                  <a:spcPct val="110000"/>
                </a:lnSpc>
                <a:spcAft>
                  <a:spcPts val="100"/>
                </a:spcAft>
                <a:buSzPct val="100000"/>
              </a:pPr>
              <a:r>
                <a:rPr lang="en-US" sz="1000" dirty="0">
                  <a:latin typeface="Aptos Light" panose="020B0004020202020204" pitchFamily="34" charset="0"/>
                </a:rPr>
                <a:t>Columbus, OH</a:t>
              </a:r>
            </a:p>
            <a:p>
              <a:pPr>
                <a:lnSpc>
                  <a:spcPct val="110000"/>
                </a:lnSpc>
                <a:spcAft>
                  <a:spcPts val="100"/>
                </a:spcAft>
                <a:buSzPct val="100000"/>
              </a:pPr>
              <a:r>
                <a:rPr lang="en-US" sz="1000" dirty="0">
                  <a:latin typeface="Aptos Light" panose="020B0004020202020204" pitchFamily="34" charset="0"/>
                </a:rPr>
                <a:t>Atlanta, GA</a:t>
              </a:r>
            </a:p>
            <a:p>
              <a:pPr>
                <a:lnSpc>
                  <a:spcPct val="110000"/>
                </a:lnSpc>
                <a:spcAft>
                  <a:spcPts val="100"/>
                </a:spcAft>
                <a:buSzPct val="100000"/>
              </a:pPr>
              <a:r>
                <a:rPr lang="en-US" sz="1000" dirty="0">
                  <a:latin typeface="Aptos Light" panose="020B0004020202020204" pitchFamily="34" charset="0"/>
                </a:rPr>
                <a:t>Dallas, TX</a:t>
              </a:r>
            </a:p>
            <a:p>
              <a:pPr>
                <a:lnSpc>
                  <a:spcPct val="110000"/>
                </a:lnSpc>
                <a:spcAft>
                  <a:spcPts val="100"/>
                </a:spcAft>
                <a:buSzPct val="100000"/>
              </a:pPr>
              <a:r>
                <a:rPr lang="en-US" sz="1000" dirty="0">
                  <a:latin typeface="Aptos Light" panose="020B0004020202020204" pitchFamily="34" charset="0"/>
                </a:rPr>
                <a:t>Ames, IA </a:t>
              </a:r>
            </a:p>
            <a:p>
              <a:pPr>
                <a:lnSpc>
                  <a:spcPct val="110000"/>
                </a:lnSpc>
                <a:spcAft>
                  <a:spcPts val="100"/>
                </a:spcAft>
                <a:buSzPct val="100000"/>
              </a:pPr>
              <a:r>
                <a:rPr lang="en-US" sz="1000" dirty="0">
                  <a:latin typeface="Aptos Light" panose="020B0004020202020204" pitchFamily="34" charset="0"/>
                </a:rPr>
                <a:t>Toronto, CA</a:t>
              </a:r>
            </a:p>
            <a:p>
              <a:pPr>
                <a:lnSpc>
                  <a:spcPct val="110000"/>
                </a:lnSpc>
                <a:spcAft>
                  <a:spcPts val="100"/>
                </a:spcAft>
                <a:buSzPct val="100000"/>
              </a:pPr>
              <a:r>
                <a:rPr lang="en-US" sz="1000" dirty="0">
                  <a:latin typeface="Aptos Light" panose="020B0004020202020204" pitchFamily="34" charset="0"/>
                </a:rPr>
                <a:t>Guadalajara, MX</a:t>
              </a:r>
            </a:p>
            <a:p>
              <a:pPr>
                <a:lnSpc>
                  <a:spcPct val="110000"/>
                </a:lnSpc>
                <a:spcAft>
                  <a:spcPts val="100"/>
                </a:spcAft>
                <a:buSzPct val="100000"/>
              </a:pPr>
              <a:r>
                <a:rPr lang="en-US" sz="1000" dirty="0">
                  <a:latin typeface="Aptos Light" panose="020B0004020202020204" pitchFamily="34" charset="0"/>
                </a:rPr>
                <a:t>Leon, MX</a:t>
              </a:r>
            </a:p>
            <a:p>
              <a:pPr>
                <a:lnSpc>
                  <a:spcPct val="110000"/>
                </a:lnSpc>
                <a:spcAft>
                  <a:spcPts val="100"/>
                </a:spcAft>
                <a:buSzPct val="100000"/>
              </a:pPr>
              <a:r>
                <a:rPr lang="en-US" sz="1000" dirty="0">
                  <a:latin typeface="Aptos Light" panose="020B0004020202020204" pitchFamily="34" charset="0"/>
                </a:rPr>
                <a:t>San Jose, CR</a:t>
              </a:r>
            </a:p>
            <a:p>
              <a:pPr>
                <a:lnSpc>
                  <a:spcPct val="110000"/>
                </a:lnSpc>
                <a:spcAft>
                  <a:spcPts val="100"/>
                </a:spcAft>
                <a:buSzPct val="100000"/>
              </a:pPr>
              <a:r>
                <a:rPr lang="en-US" sz="1000" dirty="0">
                  <a:latin typeface="Aptos Light" panose="020B0004020202020204" pitchFamily="34" charset="0"/>
                </a:rPr>
                <a:t>Santiago, CL</a:t>
              </a:r>
            </a:p>
            <a:p>
              <a:pPr>
                <a:lnSpc>
                  <a:spcPct val="110000"/>
                </a:lnSpc>
                <a:spcAft>
                  <a:spcPts val="100"/>
                </a:spcAft>
                <a:buSzPct val="100000"/>
              </a:pPr>
              <a:r>
                <a:rPr lang="en-US" sz="1000" dirty="0">
                  <a:latin typeface="Aptos Light" panose="020B0004020202020204" pitchFamily="34" charset="0"/>
                </a:rPr>
                <a:t>Lima, PE</a:t>
              </a:r>
            </a:p>
            <a:p>
              <a:pPr>
                <a:lnSpc>
                  <a:spcPct val="110000"/>
                </a:lnSpc>
                <a:spcAft>
                  <a:spcPts val="100"/>
                </a:spcAft>
                <a:buSzPct val="100000"/>
              </a:pPr>
              <a:r>
                <a:rPr lang="en-US" sz="1000" dirty="0">
                  <a:latin typeface="Aptos Light" panose="020B0004020202020204" pitchFamily="34" charset="0"/>
                </a:rPr>
                <a:t>Sao Paulo, BR</a:t>
              </a:r>
            </a:p>
            <a:p>
              <a:pPr>
                <a:lnSpc>
                  <a:spcPct val="110000"/>
                </a:lnSpc>
                <a:spcAft>
                  <a:spcPts val="100"/>
                </a:spcAft>
                <a:buSzPct val="100000"/>
              </a:pPr>
              <a:r>
                <a:rPr lang="en-US" sz="1000" dirty="0">
                  <a:latin typeface="Aptos Light" panose="020B0004020202020204" pitchFamily="34" charset="0"/>
                </a:rPr>
                <a:t>Buenos Aires, AR</a:t>
              </a:r>
            </a:p>
          </p:txBody>
        </p:sp>
        <p:sp>
          <p:nvSpPr>
            <p:cNvPr id="50" name="TextBox 49">
              <a:extLst>
                <a:ext uri="{FF2B5EF4-FFF2-40B4-BE49-F238E27FC236}">
                  <a16:creationId xmlns:a16="http://schemas.microsoft.com/office/drawing/2014/main" id="{85B75CFE-7EC6-46CD-94DE-A0D166C215DF}"/>
                </a:ext>
              </a:extLst>
            </p:cNvPr>
            <p:cNvSpPr txBox="1"/>
            <p:nvPr/>
          </p:nvSpPr>
          <p:spPr>
            <a:xfrm>
              <a:off x="11025049" y="2450336"/>
              <a:ext cx="1047871" cy="1855251"/>
            </a:xfrm>
            <a:prstGeom prst="rect">
              <a:avLst/>
            </a:prstGeom>
            <a:noFill/>
          </p:spPr>
          <p:txBody>
            <a:bodyPr wrap="square" lIns="0" tIns="0" rIns="0" bIns="0" rtlCol="0">
              <a:spAutoFit/>
            </a:bodyPr>
            <a:lstStyle/>
            <a:p>
              <a:pPr>
                <a:lnSpc>
                  <a:spcPct val="110000"/>
                </a:lnSpc>
                <a:buSzPct val="100000"/>
              </a:pPr>
              <a:r>
                <a:rPr lang="en-US" sz="1000" b="1" dirty="0">
                  <a:latin typeface="Aptos Light" panose="020B0004020202020204" pitchFamily="34" charset="0"/>
                </a:rPr>
                <a:t>APAC</a:t>
              </a:r>
            </a:p>
            <a:p>
              <a:pPr>
                <a:lnSpc>
                  <a:spcPct val="110000"/>
                </a:lnSpc>
                <a:buSzPct val="100000"/>
              </a:pPr>
              <a:r>
                <a:rPr lang="en-US" sz="1000" dirty="0">
                  <a:solidFill>
                    <a:schemeClr val="accent3"/>
                  </a:solidFill>
                  <a:latin typeface="Aptos Light" panose="020B0004020202020204" pitchFamily="34" charset="0"/>
                </a:rPr>
                <a:t>Singapore, SG</a:t>
              </a:r>
            </a:p>
            <a:p>
              <a:pPr>
                <a:lnSpc>
                  <a:spcPct val="110000"/>
                </a:lnSpc>
                <a:buSzPct val="100000"/>
              </a:pPr>
              <a:r>
                <a:rPr lang="en-US" sz="1000" dirty="0">
                  <a:latin typeface="Aptos Light" panose="020B0004020202020204" pitchFamily="34" charset="0"/>
                </a:rPr>
                <a:t>Manila, PH</a:t>
              </a:r>
            </a:p>
            <a:p>
              <a:pPr>
                <a:lnSpc>
                  <a:spcPct val="110000"/>
                </a:lnSpc>
                <a:buSzPct val="100000"/>
              </a:pPr>
              <a:r>
                <a:rPr lang="en-US" sz="1000" dirty="0">
                  <a:latin typeface="Aptos Light" panose="020B0004020202020204" pitchFamily="34" charset="0"/>
                </a:rPr>
                <a:t>Sydney, AU</a:t>
              </a:r>
            </a:p>
            <a:p>
              <a:pPr>
                <a:lnSpc>
                  <a:spcPct val="110000"/>
                </a:lnSpc>
                <a:buSzPct val="100000"/>
              </a:pPr>
              <a:r>
                <a:rPr lang="en-US" sz="1000" dirty="0">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dirty="0">
                  <a:latin typeface="Aptos Light" panose="020B0004020202020204" pitchFamily="34" charset="0"/>
                </a:rPr>
                <a:t>Brisbane, AU</a:t>
              </a:r>
            </a:p>
            <a:p>
              <a:pPr>
                <a:lnSpc>
                  <a:spcPct val="110000"/>
                </a:lnSpc>
                <a:buSzPct val="100000"/>
              </a:pPr>
              <a:r>
                <a:rPr lang="en-US" sz="1000" dirty="0">
                  <a:latin typeface="Aptos Light" panose="020B0004020202020204" pitchFamily="34" charset="0"/>
                </a:rPr>
                <a:t>Penang, MY</a:t>
              </a:r>
            </a:p>
            <a:p>
              <a:pPr>
                <a:lnSpc>
                  <a:spcPct val="110000"/>
                </a:lnSpc>
                <a:buSzPct val="100000"/>
              </a:pPr>
              <a:r>
                <a:rPr lang="en-US" sz="1000" dirty="0">
                  <a:latin typeface="Aptos Light" panose="020B0004020202020204" pitchFamily="34" charset="0"/>
                </a:rPr>
                <a:t>Kuala Lumpur, MY</a:t>
              </a:r>
            </a:p>
            <a:p>
              <a:pPr>
                <a:lnSpc>
                  <a:spcPct val="110000"/>
                </a:lnSpc>
                <a:buSzPct val="100000"/>
              </a:pPr>
              <a:r>
                <a:rPr lang="en-US" sz="1000" dirty="0">
                  <a:latin typeface="Aptos Light" panose="020B0004020202020204" pitchFamily="34" charset="0"/>
                </a:rPr>
                <a:t>Shanghai, CN</a:t>
              </a:r>
            </a:p>
            <a:p>
              <a:pPr>
                <a:lnSpc>
                  <a:spcPct val="110000"/>
                </a:lnSpc>
                <a:buSzPct val="100000"/>
              </a:pPr>
              <a:r>
                <a:rPr lang="en-US" sz="1000" dirty="0">
                  <a:latin typeface="Aptos Light" panose="020B0004020202020204" pitchFamily="34" charset="0"/>
                </a:rPr>
                <a:t>Taipei, TW</a:t>
              </a:r>
            </a:p>
            <a:p>
              <a:pPr>
                <a:lnSpc>
                  <a:spcPct val="110000"/>
                </a:lnSpc>
                <a:buSzPct val="100000"/>
              </a:pPr>
              <a:r>
                <a:rPr lang="en-US" sz="1000" dirty="0">
                  <a:latin typeface="Aptos Light" panose="020B0004020202020204" pitchFamily="34" charset="0"/>
                </a:rPr>
                <a:t>Hong Kong, HK</a:t>
              </a:r>
            </a:p>
          </p:txBody>
        </p:sp>
        <p:sp>
          <p:nvSpPr>
            <p:cNvPr id="51" name="TextBox 50">
              <a:extLst>
                <a:ext uri="{FF2B5EF4-FFF2-40B4-BE49-F238E27FC236}">
                  <a16:creationId xmlns:a16="http://schemas.microsoft.com/office/drawing/2014/main" id="{6EB1D539-D50D-08F1-8105-9FE3BCE465D3}"/>
                </a:ext>
              </a:extLst>
            </p:cNvPr>
            <p:cNvSpPr txBox="1"/>
            <p:nvPr/>
          </p:nvSpPr>
          <p:spPr>
            <a:xfrm>
              <a:off x="8950848" y="3803083"/>
              <a:ext cx="1099814" cy="1679627"/>
            </a:xfrm>
            <a:prstGeom prst="rect">
              <a:avLst/>
            </a:prstGeom>
            <a:noFill/>
          </p:spPr>
          <p:txBody>
            <a:bodyPr wrap="square" lIns="0" tIns="0" rIns="0" bIns="0" rtlCol="0">
              <a:spAutoFit/>
            </a:bodyPr>
            <a:lstStyle/>
            <a:p>
              <a:pPr>
                <a:lnSpc>
                  <a:spcPct val="110000"/>
                </a:lnSpc>
                <a:buSzPct val="100000"/>
              </a:pPr>
              <a:r>
                <a:rPr lang="en-US" sz="1000" b="1" dirty="0">
                  <a:latin typeface="Aptos Light" panose="020B0004020202020204" pitchFamily="34" charset="0"/>
                </a:rPr>
                <a:t>INDIA</a:t>
              </a:r>
            </a:p>
            <a:p>
              <a:pPr>
                <a:lnSpc>
                  <a:spcPct val="110000"/>
                </a:lnSpc>
                <a:buSzPct val="100000"/>
              </a:pPr>
              <a:r>
                <a:rPr lang="en-US" sz="1000" dirty="0">
                  <a:solidFill>
                    <a:schemeClr val="accent3"/>
                  </a:solidFill>
                  <a:latin typeface="Aptos Light" panose="020B0004020202020204" pitchFamily="34" charset="0"/>
                </a:rPr>
                <a:t>Trivandrum</a:t>
              </a:r>
            </a:p>
            <a:p>
              <a:pPr>
                <a:lnSpc>
                  <a:spcPct val="110000"/>
                </a:lnSpc>
                <a:buSzPct val="100000"/>
              </a:pPr>
              <a:r>
                <a:rPr lang="en-US" sz="1000" dirty="0">
                  <a:latin typeface="Aptos Light" panose="020B0004020202020204" pitchFamily="34" charset="0"/>
                </a:rPr>
                <a:t>Bangalore</a:t>
              </a:r>
            </a:p>
            <a:p>
              <a:pPr>
                <a:lnSpc>
                  <a:spcPct val="110000"/>
                </a:lnSpc>
                <a:buSzPct val="100000"/>
              </a:pPr>
              <a:r>
                <a:rPr lang="en-US" sz="1000" dirty="0">
                  <a:latin typeface="Aptos Light" panose="020B0004020202020204" pitchFamily="34" charset="0"/>
                </a:rPr>
                <a:t>Chennai</a:t>
              </a:r>
            </a:p>
            <a:p>
              <a:pPr>
                <a:lnSpc>
                  <a:spcPct val="110000"/>
                </a:lnSpc>
                <a:buSzPct val="100000"/>
              </a:pPr>
              <a:r>
                <a:rPr lang="en-US" sz="1000" dirty="0">
                  <a:latin typeface="Aptos Light" panose="020B0004020202020204" pitchFamily="34" charset="0"/>
                </a:rPr>
                <a:t>Hyderabad</a:t>
              </a:r>
            </a:p>
            <a:p>
              <a:pPr>
                <a:lnSpc>
                  <a:spcPct val="110000"/>
                </a:lnSpc>
                <a:buSzPct val="100000"/>
              </a:pPr>
              <a:r>
                <a:rPr lang="en-US" sz="1000" dirty="0">
                  <a:latin typeface="Aptos Light" panose="020B0004020202020204" pitchFamily="34" charset="0"/>
                </a:rPr>
                <a:t>Kochi</a:t>
              </a:r>
            </a:p>
            <a:p>
              <a:pPr>
                <a:lnSpc>
                  <a:spcPct val="110000"/>
                </a:lnSpc>
                <a:buSzPct val="100000"/>
              </a:pPr>
              <a:r>
                <a:rPr lang="en-US" sz="1000" dirty="0">
                  <a:latin typeface="Aptos Light" panose="020B0004020202020204" pitchFamily="34" charset="0"/>
                </a:rPr>
                <a:t>Delhi</a:t>
              </a:r>
            </a:p>
            <a:p>
              <a:pPr>
                <a:lnSpc>
                  <a:spcPct val="110000"/>
                </a:lnSpc>
                <a:buSzPct val="100000"/>
              </a:pPr>
              <a:r>
                <a:rPr lang="en-US" sz="1000" dirty="0">
                  <a:latin typeface="Aptos Light" panose="020B0004020202020204" pitchFamily="34" charset="0"/>
                </a:rPr>
                <a:t>Coimbatore </a:t>
              </a:r>
            </a:p>
            <a:p>
              <a:pPr>
                <a:lnSpc>
                  <a:spcPct val="110000"/>
                </a:lnSpc>
                <a:buSzPct val="100000"/>
              </a:pPr>
              <a:r>
                <a:rPr lang="en-US" sz="1000" dirty="0">
                  <a:latin typeface="Aptos Light" panose="020B0004020202020204" pitchFamily="34" charset="0"/>
                </a:rPr>
                <a:t>Hosur </a:t>
              </a:r>
            </a:p>
            <a:p>
              <a:pPr>
                <a:lnSpc>
                  <a:spcPct val="110000"/>
                </a:lnSpc>
                <a:buSzPct val="100000"/>
              </a:pPr>
              <a:r>
                <a:rPr lang="en-US" sz="1000" dirty="0">
                  <a:latin typeface="Aptos Light" panose="020B0004020202020204" pitchFamily="34" charset="0"/>
                </a:rPr>
                <a:t>Pune</a:t>
              </a:r>
            </a:p>
          </p:txBody>
        </p:sp>
        <p:sp>
          <p:nvSpPr>
            <p:cNvPr id="52" name="TextBox 51">
              <a:extLst>
                <a:ext uri="{FF2B5EF4-FFF2-40B4-BE49-F238E27FC236}">
                  <a16:creationId xmlns:a16="http://schemas.microsoft.com/office/drawing/2014/main" id="{07F9E894-8301-C5E4-59D4-FC47C9AC9337}"/>
                </a:ext>
              </a:extLst>
            </p:cNvPr>
            <p:cNvSpPr txBox="1"/>
            <p:nvPr/>
          </p:nvSpPr>
          <p:spPr>
            <a:xfrm>
              <a:off x="6163343" y="2482157"/>
              <a:ext cx="670055" cy="1347420"/>
            </a:xfrm>
            <a:prstGeom prst="rect">
              <a:avLst/>
            </a:prstGeom>
            <a:noFill/>
          </p:spPr>
          <p:txBody>
            <a:bodyPr wrap="none" lIns="0" tIns="0" rIns="0" bIns="0" rtlCol="0">
              <a:spAutoFit/>
            </a:bodyPr>
            <a:lstStyle/>
            <a:p>
              <a:pPr>
                <a:lnSpc>
                  <a:spcPct val="110000"/>
                </a:lnSpc>
                <a:buSzPct val="100000"/>
              </a:pPr>
              <a:r>
                <a:rPr lang="en-US" sz="1000" b="1" dirty="0">
                  <a:latin typeface="Aptos Light" panose="020B0004020202020204" pitchFamily="34" charset="0"/>
                </a:rPr>
                <a:t>EMEA</a:t>
              </a:r>
            </a:p>
            <a:p>
              <a:pPr>
                <a:lnSpc>
                  <a:spcPct val="110000"/>
                </a:lnSpc>
                <a:buSzPct val="100000"/>
              </a:pPr>
              <a:r>
                <a:rPr lang="en-US" sz="1000" dirty="0">
                  <a:solidFill>
                    <a:schemeClr val="accent3"/>
                  </a:solidFill>
                  <a:latin typeface="Aptos Light" panose="020B0004020202020204" pitchFamily="34" charset="0"/>
                </a:rPr>
                <a:t>London, UK</a:t>
              </a:r>
            </a:p>
            <a:p>
              <a:pPr>
                <a:lnSpc>
                  <a:spcPct val="110000"/>
                </a:lnSpc>
                <a:buSzPct val="100000"/>
              </a:pPr>
              <a:r>
                <a:rPr lang="en-US" sz="1000" dirty="0">
                  <a:latin typeface="Aptos Light" panose="020B0004020202020204" pitchFamily="34" charset="0"/>
                </a:rPr>
                <a:t>Leeds, UK</a:t>
              </a:r>
            </a:p>
            <a:p>
              <a:pPr>
                <a:lnSpc>
                  <a:spcPct val="110000"/>
                </a:lnSpc>
                <a:buSzPct val="100000"/>
              </a:pPr>
              <a:r>
                <a:rPr lang="en-US" sz="1000" dirty="0">
                  <a:latin typeface="Aptos Light" panose="020B0004020202020204" pitchFamily="34" charset="0"/>
                </a:rPr>
                <a:t>Dublin, IE</a:t>
              </a:r>
            </a:p>
            <a:p>
              <a:pPr>
                <a:lnSpc>
                  <a:spcPct val="110000"/>
                </a:lnSpc>
                <a:buSzPct val="100000"/>
              </a:pPr>
              <a:r>
                <a:rPr lang="en-US" sz="1000" dirty="0">
                  <a:latin typeface="Aptos Light" panose="020B0004020202020204" pitchFamily="34" charset="0"/>
                </a:rPr>
                <a:t>Madrid, ES</a:t>
              </a:r>
            </a:p>
            <a:p>
              <a:pPr>
                <a:lnSpc>
                  <a:spcPct val="110000"/>
                </a:lnSpc>
                <a:buSzPct val="100000"/>
              </a:pPr>
              <a:r>
                <a:rPr lang="en-US" sz="1000" dirty="0">
                  <a:latin typeface="Aptos Light" panose="020B0004020202020204" pitchFamily="34" charset="0"/>
                </a:rPr>
                <a:t>Tel Aviv, IS</a:t>
              </a:r>
            </a:p>
            <a:p>
              <a:pPr>
                <a:lnSpc>
                  <a:spcPct val="110000"/>
                </a:lnSpc>
                <a:buSzPct val="100000"/>
              </a:pPr>
              <a:r>
                <a:rPr lang="en-US" sz="1000" dirty="0">
                  <a:latin typeface="Aptos Light" panose="020B0004020202020204" pitchFamily="34" charset="0"/>
                </a:rPr>
                <a:t>Cologne, DE</a:t>
              </a:r>
            </a:p>
            <a:p>
              <a:pPr>
                <a:lnSpc>
                  <a:spcPct val="110000"/>
                </a:lnSpc>
                <a:buSzPct val="100000"/>
              </a:pPr>
              <a:r>
                <a:rPr lang="en-US" sz="1000" dirty="0">
                  <a:latin typeface="Aptos Light" panose="020B0004020202020204" pitchFamily="34" charset="0"/>
                </a:rPr>
                <a:t>Lisbon, PT</a:t>
              </a:r>
            </a:p>
          </p:txBody>
        </p:sp>
        <p:sp>
          <p:nvSpPr>
            <p:cNvPr id="53" name="TextBox 52">
              <a:extLst>
                <a:ext uri="{FF2B5EF4-FFF2-40B4-BE49-F238E27FC236}">
                  <a16:creationId xmlns:a16="http://schemas.microsoft.com/office/drawing/2014/main" id="{68B19D90-7074-22BF-B99F-969A69FAF47E}"/>
                </a:ext>
              </a:extLst>
            </p:cNvPr>
            <p:cNvSpPr txBox="1"/>
            <p:nvPr/>
          </p:nvSpPr>
          <p:spPr>
            <a:xfrm>
              <a:off x="6542019" y="3863646"/>
              <a:ext cx="910506" cy="2701637"/>
            </a:xfrm>
            <a:prstGeom prst="rect">
              <a:avLst/>
            </a:prstGeom>
            <a:noFill/>
          </p:spPr>
          <p:txBody>
            <a:bodyPr wrap="none" lIns="0" tIns="0" rIns="0" bIns="0" rtlCol="0">
              <a:spAutoFit/>
            </a:bodyPr>
            <a:lstStyle/>
            <a:p>
              <a:pPr>
                <a:lnSpc>
                  <a:spcPct val="110000"/>
                </a:lnSpc>
                <a:buSzPct val="100000"/>
              </a:pPr>
              <a:r>
                <a:rPr lang="en-US" sz="1000" dirty="0">
                  <a:latin typeface="Aptos Light" panose="020B0004020202020204" pitchFamily="34" charset="0"/>
                </a:rPr>
                <a:t>Paris, FR</a:t>
              </a:r>
            </a:p>
            <a:p>
              <a:pPr>
                <a:lnSpc>
                  <a:spcPct val="110000"/>
                </a:lnSpc>
                <a:buSzPct val="100000"/>
              </a:pPr>
              <a:r>
                <a:rPr lang="en-US" sz="1000" dirty="0">
                  <a:latin typeface="Aptos Light" panose="020B0004020202020204" pitchFamily="34" charset="0"/>
                </a:rPr>
                <a:t>Gdansk, PL</a:t>
              </a:r>
            </a:p>
            <a:p>
              <a:pPr>
                <a:lnSpc>
                  <a:spcPct val="110000"/>
                </a:lnSpc>
                <a:buSzPct val="100000"/>
              </a:pPr>
              <a:r>
                <a:rPr lang="en-US" sz="1000" dirty="0">
                  <a:latin typeface="Aptos Light" panose="020B0004020202020204" pitchFamily="34" charset="0"/>
                </a:rPr>
                <a:t>Bucharest, RO</a:t>
              </a:r>
            </a:p>
            <a:p>
              <a:pPr>
                <a:lnSpc>
                  <a:spcPct val="110000"/>
                </a:lnSpc>
                <a:buSzPct val="100000"/>
              </a:pPr>
              <a:r>
                <a:rPr lang="en-US" sz="1000" dirty="0">
                  <a:latin typeface="Aptos Light" panose="020B0004020202020204" pitchFamily="34" charset="0"/>
                </a:rPr>
                <a:t>Sofia, BG</a:t>
              </a:r>
            </a:p>
            <a:p>
              <a:pPr>
                <a:lnSpc>
                  <a:spcPct val="110000"/>
                </a:lnSpc>
                <a:buSzPct val="100000"/>
              </a:pPr>
              <a:r>
                <a:rPr lang="en-US" sz="1000" dirty="0">
                  <a:latin typeface="Aptos Light" panose="020B0004020202020204" pitchFamily="34" charset="0"/>
                </a:rPr>
                <a:t>Helmond, NL</a:t>
              </a:r>
            </a:p>
            <a:p>
              <a:pPr>
                <a:lnSpc>
                  <a:spcPct val="110000"/>
                </a:lnSpc>
                <a:buSzPct val="100000"/>
              </a:pPr>
              <a:r>
                <a:rPr lang="en-US" sz="1000" dirty="0">
                  <a:latin typeface="Aptos Light" panose="020B0004020202020204" pitchFamily="34" charset="0"/>
                </a:rPr>
                <a:t>Barcelona, ES</a:t>
              </a:r>
            </a:p>
            <a:p>
              <a:pPr>
                <a:lnSpc>
                  <a:spcPct val="110000"/>
                </a:lnSpc>
                <a:buSzPct val="100000"/>
              </a:pPr>
              <a:r>
                <a:rPr lang="en-US" sz="1000" b="0" dirty="0">
                  <a:latin typeface="Aptos Light" panose="020B0004020202020204" pitchFamily="34" charset="0"/>
                </a:rPr>
                <a:t>Bilbao, ES</a:t>
              </a:r>
            </a:p>
            <a:p>
              <a:pPr>
                <a:lnSpc>
                  <a:spcPct val="110000"/>
                </a:lnSpc>
                <a:buSzPct val="100000"/>
              </a:pPr>
              <a:r>
                <a:rPr lang="en-US" sz="1000" dirty="0">
                  <a:latin typeface="Aptos Light" panose="020B0004020202020204" pitchFamily="34" charset="0"/>
                </a:rPr>
                <a:t>Salamanca, ES</a:t>
              </a:r>
            </a:p>
            <a:p>
              <a:pPr>
                <a:lnSpc>
                  <a:spcPct val="110000"/>
                </a:lnSpc>
                <a:buSzPct val="100000"/>
              </a:pPr>
              <a:r>
                <a:rPr lang="en-US" sz="1000" dirty="0">
                  <a:latin typeface="Aptos Light" panose="020B0004020202020204" pitchFamily="34" charset="0"/>
                </a:rPr>
                <a:t>Valencia, ES</a:t>
              </a:r>
            </a:p>
            <a:p>
              <a:pPr>
                <a:lnSpc>
                  <a:spcPct val="110000"/>
                </a:lnSpc>
                <a:buSzPct val="100000"/>
              </a:pPr>
              <a:r>
                <a:rPr lang="en-US" sz="1000" dirty="0">
                  <a:latin typeface="Aptos Light" panose="020B0004020202020204" pitchFamily="34" charset="0"/>
                </a:rPr>
                <a:t>Zaragoza, ES</a:t>
              </a:r>
            </a:p>
            <a:p>
              <a:pPr>
                <a:lnSpc>
                  <a:spcPct val="110000"/>
                </a:lnSpc>
                <a:buSzPct val="100000"/>
              </a:pPr>
              <a:r>
                <a:rPr lang="en-US" sz="1000" dirty="0">
                  <a:latin typeface="Aptos Light" panose="020B0004020202020204" pitchFamily="34" charset="0"/>
                </a:rPr>
                <a:t>Copenhagen, DK</a:t>
              </a:r>
            </a:p>
            <a:p>
              <a:pPr>
                <a:lnSpc>
                  <a:spcPct val="110000"/>
                </a:lnSpc>
                <a:buSzPct val="100000"/>
              </a:pPr>
              <a:r>
                <a:rPr lang="en-US" sz="1000" dirty="0">
                  <a:latin typeface="Aptos Light" panose="020B0004020202020204" pitchFamily="34" charset="0"/>
                </a:rPr>
                <a:t>Zurich, CH</a:t>
              </a:r>
            </a:p>
            <a:p>
              <a:pPr>
                <a:lnSpc>
                  <a:spcPct val="110000"/>
                </a:lnSpc>
                <a:buSzPct val="100000"/>
              </a:pPr>
              <a:r>
                <a:rPr lang="en-US" sz="1000" dirty="0">
                  <a:latin typeface="Aptos Light" panose="020B0004020202020204" pitchFamily="34" charset="0"/>
                </a:rPr>
                <a:t>Fribourg, CH</a:t>
              </a:r>
            </a:p>
            <a:p>
              <a:pPr>
                <a:lnSpc>
                  <a:spcPct val="110000"/>
                </a:lnSpc>
                <a:buSzPct val="100000"/>
              </a:pPr>
              <a:r>
                <a:rPr lang="en-US" sz="1000" dirty="0">
                  <a:latin typeface="Aptos Light" panose="020B0004020202020204" pitchFamily="34" charset="0"/>
                </a:rPr>
                <a:t>Kyiv, UA</a:t>
              </a:r>
            </a:p>
            <a:p>
              <a:pPr>
                <a:lnSpc>
                  <a:spcPct val="110000"/>
                </a:lnSpc>
                <a:buSzPct val="100000"/>
              </a:pPr>
              <a:r>
                <a:rPr lang="en-US" sz="1000" dirty="0">
                  <a:latin typeface="Aptos Light" panose="020B0004020202020204" pitchFamily="34" charset="0"/>
                </a:rPr>
                <a:t>Prague, CZ</a:t>
              </a:r>
            </a:p>
            <a:p>
              <a:pPr>
                <a:lnSpc>
                  <a:spcPct val="110000"/>
                </a:lnSpc>
                <a:buSzPct val="100000"/>
              </a:pPr>
              <a:r>
                <a:rPr lang="en-US" sz="1000" dirty="0">
                  <a:latin typeface="Aptos Light" panose="020B0004020202020204" pitchFamily="34" charset="0"/>
                </a:rPr>
                <a:t>Cape Town, ZA</a:t>
              </a:r>
            </a:p>
          </p:txBody>
        </p:sp>
        <p:sp>
          <p:nvSpPr>
            <p:cNvPr id="54" name="World">
              <a:extLst>
                <a:ext uri="{FF2B5EF4-FFF2-40B4-BE49-F238E27FC236}">
                  <a16:creationId xmlns:a16="http://schemas.microsoft.com/office/drawing/2014/main" id="{C8A94C0D-D55C-1F50-2F15-F8BBD8B2D59E}"/>
                </a:ext>
              </a:extLst>
            </p:cNvPr>
            <p:cNvSpPr>
              <a:spLocks noChangeAspect="1" noEditPoints="1"/>
            </p:cNvSpPr>
            <p:nvPr/>
          </p:nvSpPr>
          <p:spPr bwMode="auto">
            <a:xfrm>
              <a:off x="3197218" y="963640"/>
              <a:ext cx="8858218" cy="4592051"/>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55" name="Square">
              <a:extLst>
                <a:ext uri="{FF2B5EF4-FFF2-40B4-BE49-F238E27FC236}">
                  <a16:creationId xmlns:a16="http://schemas.microsoft.com/office/drawing/2014/main" id="{C0821200-6DC0-F31C-6A6D-A1EB16E7E561}"/>
                </a:ext>
              </a:extLst>
            </p:cNvPr>
            <p:cNvSpPr>
              <a:spLocks noChangeAspect="1"/>
            </p:cNvSpPr>
            <p:nvPr/>
          </p:nvSpPr>
          <p:spPr bwMode="auto">
            <a:xfrm>
              <a:off x="4218572" y="2786673"/>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58" name="Square">
              <a:extLst>
                <a:ext uri="{FF2B5EF4-FFF2-40B4-BE49-F238E27FC236}">
                  <a16:creationId xmlns:a16="http://schemas.microsoft.com/office/drawing/2014/main" id="{D1AB5201-D906-489E-9D4B-C30486CE087E}"/>
                </a:ext>
              </a:extLst>
            </p:cNvPr>
            <p:cNvSpPr>
              <a:spLocks noChangeAspect="1"/>
            </p:cNvSpPr>
            <p:nvPr/>
          </p:nvSpPr>
          <p:spPr bwMode="auto">
            <a:xfrm>
              <a:off x="5120977" y="238174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6" name="Square">
              <a:extLst>
                <a:ext uri="{FF2B5EF4-FFF2-40B4-BE49-F238E27FC236}">
                  <a16:creationId xmlns:a16="http://schemas.microsoft.com/office/drawing/2014/main" id="{A070D79C-3C62-1024-C2B6-B4FFD6604FFB}"/>
                </a:ext>
              </a:extLst>
            </p:cNvPr>
            <p:cNvSpPr>
              <a:spLocks noChangeAspect="1"/>
            </p:cNvSpPr>
            <p:nvPr/>
          </p:nvSpPr>
          <p:spPr bwMode="auto">
            <a:xfrm>
              <a:off x="5346388"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7" name="Square">
              <a:extLst>
                <a:ext uri="{FF2B5EF4-FFF2-40B4-BE49-F238E27FC236}">
                  <a16:creationId xmlns:a16="http://schemas.microsoft.com/office/drawing/2014/main" id="{3A513F31-DD8B-5611-5B94-A3A489C8188C}"/>
                </a:ext>
              </a:extLst>
            </p:cNvPr>
            <p:cNvSpPr>
              <a:spLocks noChangeAspect="1"/>
            </p:cNvSpPr>
            <p:nvPr/>
          </p:nvSpPr>
          <p:spPr bwMode="auto">
            <a:xfrm>
              <a:off x="5026474"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8" name="Square">
              <a:extLst>
                <a:ext uri="{FF2B5EF4-FFF2-40B4-BE49-F238E27FC236}">
                  <a16:creationId xmlns:a16="http://schemas.microsoft.com/office/drawing/2014/main" id="{844F8BD5-D9C0-A9CA-D6BC-C7258C198DFB}"/>
                </a:ext>
              </a:extLst>
            </p:cNvPr>
            <p:cNvSpPr>
              <a:spLocks noChangeAspect="1"/>
            </p:cNvSpPr>
            <p:nvPr/>
          </p:nvSpPr>
          <p:spPr bwMode="auto">
            <a:xfrm>
              <a:off x="5311053" y="25384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9" name="Square">
              <a:extLst>
                <a:ext uri="{FF2B5EF4-FFF2-40B4-BE49-F238E27FC236}">
                  <a16:creationId xmlns:a16="http://schemas.microsoft.com/office/drawing/2014/main" id="{9E11A83B-AAD9-F79B-D4EE-3D9F24C2D608}"/>
                </a:ext>
              </a:extLst>
            </p:cNvPr>
            <p:cNvSpPr>
              <a:spLocks noChangeAspect="1"/>
            </p:cNvSpPr>
            <p:nvPr/>
          </p:nvSpPr>
          <p:spPr bwMode="auto">
            <a:xfrm>
              <a:off x="5181190" y="288849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70" name="Square">
              <a:extLst>
                <a:ext uri="{FF2B5EF4-FFF2-40B4-BE49-F238E27FC236}">
                  <a16:creationId xmlns:a16="http://schemas.microsoft.com/office/drawing/2014/main" id="{C5F2AD2F-8F57-5E34-1098-E6DB92235687}"/>
                </a:ext>
              </a:extLst>
            </p:cNvPr>
            <p:cNvSpPr>
              <a:spLocks noChangeAspect="1"/>
            </p:cNvSpPr>
            <p:nvPr/>
          </p:nvSpPr>
          <p:spPr bwMode="auto">
            <a:xfrm>
              <a:off x="4946004" y="293314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71" name="Square">
              <a:extLst>
                <a:ext uri="{FF2B5EF4-FFF2-40B4-BE49-F238E27FC236}">
                  <a16:creationId xmlns:a16="http://schemas.microsoft.com/office/drawing/2014/main" id="{5A83C8DF-DFBB-13E8-AC54-20206C846EB9}"/>
                </a:ext>
              </a:extLst>
            </p:cNvPr>
            <p:cNvSpPr>
              <a:spLocks noChangeAspect="1"/>
            </p:cNvSpPr>
            <p:nvPr/>
          </p:nvSpPr>
          <p:spPr bwMode="auto">
            <a:xfrm>
              <a:off x="4766794" y="240969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72" name="Square">
              <a:extLst>
                <a:ext uri="{FF2B5EF4-FFF2-40B4-BE49-F238E27FC236}">
                  <a16:creationId xmlns:a16="http://schemas.microsoft.com/office/drawing/2014/main" id="{5F17AAFD-F03F-1C8E-0EFE-42C375076590}"/>
                </a:ext>
              </a:extLst>
            </p:cNvPr>
            <p:cNvSpPr>
              <a:spLocks noChangeAspect="1"/>
            </p:cNvSpPr>
            <p:nvPr/>
          </p:nvSpPr>
          <p:spPr bwMode="auto">
            <a:xfrm>
              <a:off x="5495321" y="22729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73" name="Square">
              <a:extLst>
                <a:ext uri="{FF2B5EF4-FFF2-40B4-BE49-F238E27FC236}">
                  <a16:creationId xmlns:a16="http://schemas.microsoft.com/office/drawing/2014/main" id="{AE367E6A-B404-37F2-A501-9EBE85B60E59}"/>
                </a:ext>
              </a:extLst>
            </p:cNvPr>
            <p:cNvSpPr>
              <a:spLocks noChangeAspect="1"/>
            </p:cNvSpPr>
            <p:nvPr/>
          </p:nvSpPr>
          <p:spPr bwMode="auto">
            <a:xfrm>
              <a:off x="4985076" y="34056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74" name="Square">
              <a:extLst>
                <a:ext uri="{FF2B5EF4-FFF2-40B4-BE49-F238E27FC236}">
                  <a16:creationId xmlns:a16="http://schemas.microsoft.com/office/drawing/2014/main" id="{C4714E1F-9DD5-B8F9-5EBB-51C197B06F17}"/>
                </a:ext>
              </a:extLst>
            </p:cNvPr>
            <p:cNvSpPr>
              <a:spLocks noChangeAspect="1"/>
            </p:cNvSpPr>
            <p:nvPr/>
          </p:nvSpPr>
          <p:spPr bwMode="auto">
            <a:xfrm>
              <a:off x="4827563" y="332601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75" name="Square">
              <a:extLst>
                <a:ext uri="{FF2B5EF4-FFF2-40B4-BE49-F238E27FC236}">
                  <a16:creationId xmlns:a16="http://schemas.microsoft.com/office/drawing/2014/main" id="{61515191-0D24-0B9B-63A2-907AE558131B}"/>
                </a:ext>
              </a:extLst>
            </p:cNvPr>
            <p:cNvSpPr>
              <a:spLocks noChangeAspect="1"/>
            </p:cNvSpPr>
            <p:nvPr/>
          </p:nvSpPr>
          <p:spPr bwMode="auto">
            <a:xfrm>
              <a:off x="5126000" y="349263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76" name="Square">
              <a:extLst>
                <a:ext uri="{FF2B5EF4-FFF2-40B4-BE49-F238E27FC236}">
                  <a16:creationId xmlns:a16="http://schemas.microsoft.com/office/drawing/2014/main" id="{5709ED67-1C45-C97C-5A3A-9B85A8730809}"/>
                </a:ext>
              </a:extLst>
            </p:cNvPr>
            <p:cNvSpPr>
              <a:spLocks noChangeAspect="1"/>
            </p:cNvSpPr>
            <p:nvPr/>
          </p:nvSpPr>
          <p:spPr bwMode="auto">
            <a:xfrm>
              <a:off x="5518800" y="467448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77" name="Square">
              <a:extLst>
                <a:ext uri="{FF2B5EF4-FFF2-40B4-BE49-F238E27FC236}">
                  <a16:creationId xmlns:a16="http://schemas.microsoft.com/office/drawing/2014/main" id="{B59704AA-6B03-8E66-EF02-D5A759600AD7}"/>
                </a:ext>
              </a:extLst>
            </p:cNvPr>
            <p:cNvSpPr>
              <a:spLocks noChangeAspect="1"/>
            </p:cNvSpPr>
            <p:nvPr/>
          </p:nvSpPr>
          <p:spPr bwMode="auto">
            <a:xfrm>
              <a:off x="5417177" y="409766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78" name="Square">
              <a:extLst>
                <a:ext uri="{FF2B5EF4-FFF2-40B4-BE49-F238E27FC236}">
                  <a16:creationId xmlns:a16="http://schemas.microsoft.com/office/drawing/2014/main" id="{DC7B2E94-88D0-1B86-25FD-7D1E2BAADB9E}"/>
                </a:ext>
              </a:extLst>
            </p:cNvPr>
            <p:cNvSpPr>
              <a:spLocks noChangeAspect="1"/>
            </p:cNvSpPr>
            <p:nvPr/>
          </p:nvSpPr>
          <p:spPr bwMode="auto">
            <a:xfrm>
              <a:off x="6085199" y="461458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79" name="Square">
              <a:extLst>
                <a:ext uri="{FF2B5EF4-FFF2-40B4-BE49-F238E27FC236}">
                  <a16:creationId xmlns:a16="http://schemas.microsoft.com/office/drawing/2014/main" id="{4A03723D-8C88-76B8-D790-DAE9D6CB4DBF}"/>
                </a:ext>
              </a:extLst>
            </p:cNvPr>
            <p:cNvSpPr>
              <a:spLocks noChangeAspect="1"/>
            </p:cNvSpPr>
            <p:nvPr/>
          </p:nvSpPr>
          <p:spPr bwMode="auto">
            <a:xfrm>
              <a:off x="5815324" y="48982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80" name="Square">
              <a:extLst>
                <a:ext uri="{FF2B5EF4-FFF2-40B4-BE49-F238E27FC236}">
                  <a16:creationId xmlns:a16="http://schemas.microsoft.com/office/drawing/2014/main" id="{E5879D03-8F30-6184-EBF0-5A2A5B1952C0}"/>
                </a:ext>
              </a:extLst>
            </p:cNvPr>
            <p:cNvSpPr>
              <a:spLocks noChangeAspect="1"/>
            </p:cNvSpPr>
            <p:nvPr/>
          </p:nvSpPr>
          <p:spPr bwMode="auto">
            <a:xfrm>
              <a:off x="7206037" y="2304280"/>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81" name="Square">
              <a:extLst>
                <a:ext uri="{FF2B5EF4-FFF2-40B4-BE49-F238E27FC236}">
                  <a16:creationId xmlns:a16="http://schemas.microsoft.com/office/drawing/2014/main" id="{C81B1986-A88E-0C17-AB4B-2F77CA2CB446}"/>
                </a:ext>
              </a:extLst>
            </p:cNvPr>
            <p:cNvSpPr>
              <a:spLocks noChangeAspect="1"/>
            </p:cNvSpPr>
            <p:nvPr/>
          </p:nvSpPr>
          <p:spPr bwMode="auto">
            <a:xfrm>
              <a:off x="9148033" y="360077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82" name="Square">
              <a:extLst>
                <a:ext uri="{FF2B5EF4-FFF2-40B4-BE49-F238E27FC236}">
                  <a16:creationId xmlns:a16="http://schemas.microsoft.com/office/drawing/2014/main" id="{E51041DD-6ABE-CBF3-AD18-20E3A0608924}"/>
                </a:ext>
              </a:extLst>
            </p:cNvPr>
            <p:cNvSpPr>
              <a:spLocks noChangeAspect="1"/>
            </p:cNvSpPr>
            <p:nvPr/>
          </p:nvSpPr>
          <p:spPr bwMode="auto">
            <a:xfrm>
              <a:off x="9792956" y="362652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83" name="Square">
              <a:extLst>
                <a:ext uri="{FF2B5EF4-FFF2-40B4-BE49-F238E27FC236}">
                  <a16:creationId xmlns:a16="http://schemas.microsoft.com/office/drawing/2014/main" id="{F3299802-F968-B3E6-29AE-440DB2225763}"/>
                </a:ext>
              </a:extLst>
            </p:cNvPr>
            <p:cNvSpPr>
              <a:spLocks noChangeAspect="1"/>
            </p:cNvSpPr>
            <p:nvPr/>
          </p:nvSpPr>
          <p:spPr bwMode="auto">
            <a:xfrm>
              <a:off x="7186502" y="219336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84" name="Square">
              <a:extLst>
                <a:ext uri="{FF2B5EF4-FFF2-40B4-BE49-F238E27FC236}">
                  <a16:creationId xmlns:a16="http://schemas.microsoft.com/office/drawing/2014/main" id="{F29B1D7E-74CF-CD6C-ABE0-ADF54ED44E8F}"/>
                </a:ext>
              </a:extLst>
            </p:cNvPr>
            <p:cNvSpPr>
              <a:spLocks noChangeAspect="1"/>
            </p:cNvSpPr>
            <p:nvPr/>
          </p:nvSpPr>
          <p:spPr bwMode="auto">
            <a:xfrm>
              <a:off x="10389451" y="35633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85" name="Square">
              <a:extLst>
                <a:ext uri="{FF2B5EF4-FFF2-40B4-BE49-F238E27FC236}">
                  <a16:creationId xmlns:a16="http://schemas.microsoft.com/office/drawing/2014/main" id="{B658DEE6-BD26-2336-27ED-D7290D91C462}"/>
                </a:ext>
              </a:extLst>
            </p:cNvPr>
            <p:cNvSpPr>
              <a:spLocks noChangeAspect="1"/>
            </p:cNvSpPr>
            <p:nvPr/>
          </p:nvSpPr>
          <p:spPr bwMode="auto">
            <a:xfrm>
              <a:off x="11095354" y="465360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86" name="Square">
              <a:extLst>
                <a:ext uri="{FF2B5EF4-FFF2-40B4-BE49-F238E27FC236}">
                  <a16:creationId xmlns:a16="http://schemas.microsoft.com/office/drawing/2014/main" id="{89F23881-9935-2C3B-6EA3-917560C8979C}"/>
                </a:ext>
              </a:extLst>
            </p:cNvPr>
            <p:cNvSpPr>
              <a:spLocks noChangeAspect="1"/>
            </p:cNvSpPr>
            <p:nvPr/>
          </p:nvSpPr>
          <p:spPr bwMode="auto">
            <a:xfrm>
              <a:off x="11095354" y="449520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87" name="Square">
              <a:extLst>
                <a:ext uri="{FF2B5EF4-FFF2-40B4-BE49-F238E27FC236}">
                  <a16:creationId xmlns:a16="http://schemas.microsoft.com/office/drawing/2014/main" id="{45F9A937-AF35-74B5-5B38-3BB64FA30836}"/>
                </a:ext>
              </a:extLst>
            </p:cNvPr>
            <p:cNvSpPr>
              <a:spLocks noChangeAspect="1"/>
            </p:cNvSpPr>
            <p:nvPr/>
          </p:nvSpPr>
          <p:spPr bwMode="auto">
            <a:xfrm>
              <a:off x="9869049" y="374275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88" name="Square">
              <a:extLst>
                <a:ext uri="{FF2B5EF4-FFF2-40B4-BE49-F238E27FC236}">
                  <a16:creationId xmlns:a16="http://schemas.microsoft.com/office/drawing/2014/main" id="{A2D049D7-B268-0BD6-DCED-5E0239530FD0}"/>
                </a:ext>
              </a:extLst>
            </p:cNvPr>
            <p:cNvSpPr>
              <a:spLocks noChangeAspect="1"/>
            </p:cNvSpPr>
            <p:nvPr/>
          </p:nvSpPr>
          <p:spPr bwMode="auto">
            <a:xfrm>
              <a:off x="10259656" y="31024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89" name="Square">
              <a:extLst>
                <a:ext uri="{FF2B5EF4-FFF2-40B4-BE49-F238E27FC236}">
                  <a16:creationId xmlns:a16="http://schemas.microsoft.com/office/drawing/2014/main" id="{91831EE2-FEF7-5AAC-0C6E-804FE965DA74}"/>
                </a:ext>
              </a:extLst>
            </p:cNvPr>
            <p:cNvSpPr>
              <a:spLocks noChangeAspect="1"/>
            </p:cNvSpPr>
            <p:nvPr/>
          </p:nvSpPr>
          <p:spPr bwMode="auto">
            <a:xfrm>
              <a:off x="10093206" y="327022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90" name="Square">
              <a:extLst>
                <a:ext uri="{FF2B5EF4-FFF2-40B4-BE49-F238E27FC236}">
                  <a16:creationId xmlns:a16="http://schemas.microsoft.com/office/drawing/2014/main" id="{570EE903-71DF-27EC-3844-510CD2C2B193}"/>
                </a:ext>
              </a:extLst>
            </p:cNvPr>
            <p:cNvSpPr>
              <a:spLocks noChangeAspect="1"/>
            </p:cNvSpPr>
            <p:nvPr/>
          </p:nvSpPr>
          <p:spPr bwMode="auto">
            <a:xfrm>
              <a:off x="7413453" y="237480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91" name="Square">
              <a:extLst>
                <a:ext uri="{FF2B5EF4-FFF2-40B4-BE49-F238E27FC236}">
                  <a16:creationId xmlns:a16="http://schemas.microsoft.com/office/drawing/2014/main" id="{0292B3C7-DE46-681B-FEE2-9A0AFC5809CC}"/>
                </a:ext>
              </a:extLst>
            </p:cNvPr>
            <p:cNvSpPr>
              <a:spLocks noChangeAspect="1"/>
            </p:cNvSpPr>
            <p:nvPr/>
          </p:nvSpPr>
          <p:spPr bwMode="auto">
            <a:xfrm>
              <a:off x="7091469" y="27377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92" name="Square">
              <a:extLst>
                <a:ext uri="{FF2B5EF4-FFF2-40B4-BE49-F238E27FC236}">
                  <a16:creationId xmlns:a16="http://schemas.microsoft.com/office/drawing/2014/main" id="{A578FEED-FE87-93C6-1DFA-B07623EB31F7}"/>
                </a:ext>
              </a:extLst>
            </p:cNvPr>
            <p:cNvSpPr>
              <a:spLocks noChangeAspect="1"/>
            </p:cNvSpPr>
            <p:nvPr/>
          </p:nvSpPr>
          <p:spPr bwMode="auto">
            <a:xfrm>
              <a:off x="7358166" y="248202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93" name="Square">
              <a:extLst>
                <a:ext uri="{FF2B5EF4-FFF2-40B4-BE49-F238E27FC236}">
                  <a16:creationId xmlns:a16="http://schemas.microsoft.com/office/drawing/2014/main" id="{77BE52B2-B1C8-45A0-DBBA-EE244FA140C9}"/>
                </a:ext>
              </a:extLst>
            </p:cNvPr>
            <p:cNvSpPr>
              <a:spLocks noChangeAspect="1"/>
            </p:cNvSpPr>
            <p:nvPr/>
          </p:nvSpPr>
          <p:spPr bwMode="auto">
            <a:xfrm>
              <a:off x="7676218" y="224172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94" name="Square">
              <a:extLst>
                <a:ext uri="{FF2B5EF4-FFF2-40B4-BE49-F238E27FC236}">
                  <a16:creationId xmlns:a16="http://schemas.microsoft.com/office/drawing/2014/main" id="{367F022E-4685-C396-0B1E-8A4FB8178BF6}"/>
                </a:ext>
              </a:extLst>
            </p:cNvPr>
            <p:cNvSpPr>
              <a:spLocks noChangeAspect="1"/>
            </p:cNvSpPr>
            <p:nvPr/>
          </p:nvSpPr>
          <p:spPr bwMode="auto">
            <a:xfrm>
              <a:off x="8384508" y="261086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95" name="Square">
              <a:extLst>
                <a:ext uri="{FF2B5EF4-FFF2-40B4-BE49-F238E27FC236}">
                  <a16:creationId xmlns:a16="http://schemas.microsoft.com/office/drawing/2014/main" id="{F2C5EC3C-AFE4-5CD6-C2F7-E28F15E7E6AD}"/>
                </a:ext>
              </a:extLst>
            </p:cNvPr>
            <p:cNvSpPr>
              <a:spLocks noChangeAspect="1"/>
            </p:cNvSpPr>
            <p:nvPr/>
          </p:nvSpPr>
          <p:spPr bwMode="auto">
            <a:xfrm>
              <a:off x="8290735" y="270277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96" name="Square">
              <a:extLst>
                <a:ext uri="{FF2B5EF4-FFF2-40B4-BE49-F238E27FC236}">
                  <a16:creationId xmlns:a16="http://schemas.microsoft.com/office/drawing/2014/main" id="{656E0A36-985C-E6D4-9158-9BCA1848513A}"/>
                </a:ext>
              </a:extLst>
            </p:cNvPr>
            <p:cNvSpPr>
              <a:spLocks noChangeAspect="1"/>
            </p:cNvSpPr>
            <p:nvPr/>
          </p:nvSpPr>
          <p:spPr bwMode="auto">
            <a:xfrm>
              <a:off x="9119418" y="3496923"/>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97" name="Square">
              <a:extLst>
                <a:ext uri="{FF2B5EF4-FFF2-40B4-BE49-F238E27FC236}">
                  <a16:creationId xmlns:a16="http://schemas.microsoft.com/office/drawing/2014/main" id="{AD53B110-CB64-D5C6-D24A-BF25A2BB6122}"/>
                </a:ext>
              </a:extLst>
            </p:cNvPr>
            <p:cNvSpPr>
              <a:spLocks noChangeAspect="1"/>
            </p:cNvSpPr>
            <p:nvPr/>
          </p:nvSpPr>
          <p:spPr bwMode="auto">
            <a:xfrm>
              <a:off x="9220258" y="335131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98" name="Square">
              <a:extLst>
                <a:ext uri="{FF2B5EF4-FFF2-40B4-BE49-F238E27FC236}">
                  <a16:creationId xmlns:a16="http://schemas.microsoft.com/office/drawing/2014/main" id="{368915CF-9BC2-B39E-5BA7-53E2570B6268}"/>
                </a:ext>
              </a:extLst>
            </p:cNvPr>
            <p:cNvSpPr>
              <a:spLocks noChangeAspect="1"/>
            </p:cNvSpPr>
            <p:nvPr/>
          </p:nvSpPr>
          <p:spPr bwMode="auto">
            <a:xfrm>
              <a:off x="9069889" y="31168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99" name="Square">
              <a:extLst>
                <a:ext uri="{FF2B5EF4-FFF2-40B4-BE49-F238E27FC236}">
                  <a16:creationId xmlns:a16="http://schemas.microsoft.com/office/drawing/2014/main" id="{DBF7D457-62C1-F036-DD8F-AE87FF66AE48}"/>
                </a:ext>
              </a:extLst>
            </p:cNvPr>
            <p:cNvSpPr>
              <a:spLocks noChangeAspect="1"/>
            </p:cNvSpPr>
            <p:nvPr/>
          </p:nvSpPr>
          <p:spPr bwMode="auto">
            <a:xfrm>
              <a:off x="7037387" y="22729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100" name="Square">
              <a:extLst>
                <a:ext uri="{FF2B5EF4-FFF2-40B4-BE49-F238E27FC236}">
                  <a16:creationId xmlns:a16="http://schemas.microsoft.com/office/drawing/2014/main" id="{80F0AA6B-B5FB-30B8-FAD6-A876788B9142}"/>
                </a:ext>
              </a:extLst>
            </p:cNvPr>
            <p:cNvSpPr>
              <a:spLocks noChangeAspect="1"/>
            </p:cNvSpPr>
            <p:nvPr/>
          </p:nvSpPr>
          <p:spPr bwMode="auto">
            <a:xfrm>
              <a:off x="8167494" y="30778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101" name="Square">
              <a:extLst>
                <a:ext uri="{FF2B5EF4-FFF2-40B4-BE49-F238E27FC236}">
                  <a16:creationId xmlns:a16="http://schemas.microsoft.com/office/drawing/2014/main" id="{191B35FE-1CD7-26E3-4451-2443585B781A}"/>
                </a:ext>
              </a:extLst>
            </p:cNvPr>
            <p:cNvSpPr>
              <a:spLocks noChangeAspect="1"/>
            </p:cNvSpPr>
            <p:nvPr/>
          </p:nvSpPr>
          <p:spPr bwMode="auto">
            <a:xfrm>
              <a:off x="10871541" y="4797838"/>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grpSp>
    </p:spTree>
    <p:extLst>
      <p:ext uri="{BB962C8B-B14F-4D97-AF65-F5344CB8AC3E}">
        <p14:creationId xmlns:p14="http://schemas.microsoft.com/office/powerpoint/2010/main" val="21308773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Worldwide office locations Updated">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dirty="0">
                <a:solidFill>
                  <a:schemeClr val="bg1"/>
                </a:solidFill>
                <a:latin typeface="Aptos Light" panose="020B0004020202020204" pitchFamily="34" charset="0"/>
              </a:rPr>
              <a:t>Engineering change </a:t>
            </a:r>
            <a:br>
              <a:rPr lang="en-US" b="0" dirty="0">
                <a:solidFill>
                  <a:schemeClr val="bg1"/>
                </a:solidFill>
                <a:latin typeface="Aptos Light" panose="020B0004020202020204" pitchFamily="34" charset="0"/>
              </a:rPr>
            </a:br>
            <a:r>
              <a:rPr lang="en-US" b="0" dirty="0">
                <a:solidFill>
                  <a:schemeClr val="bg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dirty="0">
                <a:solidFill>
                  <a:schemeClr val="bg1"/>
                </a:solidFill>
                <a:latin typeface="Aptos Light" panose="020B0004020202020204" pitchFamily="34" charset="0"/>
              </a:rPr>
              <a:t>*To see a list of all offices, visit </a:t>
            </a:r>
            <a:r>
              <a:rPr lang="en-US" sz="1050" b="1" i="0" u="sng" dirty="0">
                <a:solidFill>
                  <a:schemeClr val="bg1"/>
                </a:solidFill>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solidFill>
                    <a:schemeClr val="bg1"/>
                  </a:solidFill>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solidFill>
                    <a:schemeClr val="bg1"/>
                  </a:solidFill>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dirty="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sp>
        <p:nvSpPr>
          <p:cNvPr id="5" name="UST" descr="UST">
            <a:extLst>
              <a:ext uri="{FF2B5EF4-FFF2-40B4-BE49-F238E27FC236}">
                <a16:creationId xmlns:a16="http://schemas.microsoft.com/office/drawing/2014/main" id="{72D52E3F-9A96-46B2-35AF-A2385C66C267}"/>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1F20"/>
              </a:solidFill>
              <a:effectLst/>
              <a:uLnTx/>
              <a:uFillTx/>
            </a:endParaRPr>
          </a:p>
        </p:txBody>
      </p:sp>
      <p:sp>
        <p:nvSpPr>
          <p:cNvPr id="6" name="Legal">
            <a:extLst>
              <a:ext uri="{FF2B5EF4-FFF2-40B4-BE49-F238E27FC236}">
                <a16:creationId xmlns:a16="http://schemas.microsoft.com/office/drawing/2014/main" id="{91C9DE65-92FF-E31B-4F50-1D04E1E2AEE3}"/>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solidFill>
                  <a:schemeClr val="bg1"/>
                </a:solidFill>
                <a:latin typeface="Aptos Light" panose="020B0004020202020204" pitchFamily="34" charset="0"/>
              </a:rPr>
              <a:t>Confidential and Proprietary. © 2025 UST Global Inc</a:t>
            </a:r>
          </a:p>
        </p:txBody>
      </p:sp>
      <p:sp>
        <p:nvSpPr>
          <p:cNvPr id="7" name="Slide Number Placeholder 10">
            <a:extLst>
              <a:ext uri="{FF2B5EF4-FFF2-40B4-BE49-F238E27FC236}">
                <a16:creationId xmlns:a16="http://schemas.microsoft.com/office/drawing/2014/main" id="{B0A46B1E-3B82-5F78-393F-101F550F1FF5}"/>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dirty="0">
              <a:solidFill>
                <a:schemeClr val="bg1"/>
              </a:solidFill>
              <a:latin typeface="Aptos Light" panose="020B0004020202020204" pitchFamily="34" charset="0"/>
              <a:cs typeface="Trebuchet MS"/>
            </a:endParaRPr>
          </a:p>
        </p:txBody>
      </p:sp>
      <p:grpSp>
        <p:nvGrpSpPr>
          <p:cNvPr id="104" name="Group 103">
            <a:extLst>
              <a:ext uri="{FF2B5EF4-FFF2-40B4-BE49-F238E27FC236}">
                <a16:creationId xmlns:a16="http://schemas.microsoft.com/office/drawing/2014/main" id="{41D3F584-C91F-7AE6-9B81-3E9BBA2C0E9D}"/>
              </a:ext>
            </a:extLst>
          </p:cNvPr>
          <p:cNvGrpSpPr/>
          <p:nvPr/>
        </p:nvGrpSpPr>
        <p:grpSpPr>
          <a:xfrm>
            <a:off x="2845949" y="1020802"/>
            <a:ext cx="8869680" cy="5531539"/>
            <a:chOff x="2845949" y="1020802"/>
            <a:chExt cx="8869680" cy="5531539"/>
          </a:xfrm>
        </p:grpSpPr>
        <p:grpSp>
          <p:nvGrpSpPr>
            <p:cNvPr id="105" name="Group 104">
              <a:extLst>
                <a:ext uri="{FF2B5EF4-FFF2-40B4-BE49-F238E27FC236}">
                  <a16:creationId xmlns:a16="http://schemas.microsoft.com/office/drawing/2014/main" id="{75A26B53-B7AB-CCF5-41E7-F219F19269CA}"/>
                </a:ext>
              </a:extLst>
            </p:cNvPr>
            <p:cNvGrpSpPr>
              <a:grpSpLocks noChangeAspect="1"/>
            </p:cNvGrpSpPr>
            <p:nvPr/>
          </p:nvGrpSpPr>
          <p:grpSpPr>
            <a:xfrm>
              <a:off x="2845949" y="1020802"/>
              <a:ext cx="8869680" cy="5531539"/>
              <a:chOff x="2983517" y="963640"/>
              <a:chExt cx="9089403" cy="5668569"/>
            </a:xfrm>
          </p:grpSpPr>
          <p:sp>
            <p:nvSpPr>
              <p:cNvPr id="107" name="TextBox 106">
                <a:extLst>
                  <a:ext uri="{FF2B5EF4-FFF2-40B4-BE49-F238E27FC236}">
                    <a16:creationId xmlns:a16="http://schemas.microsoft.com/office/drawing/2014/main" id="{D08729E0-FFB1-88FB-5A26-91ED9DEB2602}"/>
                  </a:ext>
                </a:extLst>
              </p:cNvPr>
              <p:cNvSpPr txBox="1"/>
              <p:nvPr/>
            </p:nvSpPr>
            <p:spPr>
              <a:xfrm>
                <a:off x="2983517" y="2312060"/>
                <a:ext cx="1125259" cy="3325772"/>
              </a:xfrm>
              <a:prstGeom prst="rect">
                <a:avLst/>
              </a:prstGeom>
              <a:noFill/>
            </p:spPr>
            <p:txBody>
              <a:bodyPr wrap="none" lIns="0" tIns="0" rIns="0" bIns="0" rtlCol="0">
                <a:spAutoFit/>
              </a:bodyPr>
              <a:lstStyle/>
              <a:p>
                <a:pPr>
                  <a:lnSpc>
                    <a:spcPct val="110000"/>
                  </a:lnSpc>
                  <a:spcAft>
                    <a:spcPts val="100"/>
                  </a:spcAft>
                  <a:buSzPct val="100000"/>
                </a:pPr>
                <a:r>
                  <a:rPr lang="en-US" sz="1000" b="1" dirty="0">
                    <a:solidFill>
                      <a:schemeClr val="bg1"/>
                    </a:solidFill>
                    <a:latin typeface="Aptos Light" panose="020B0004020202020204" pitchFamily="34" charset="0"/>
                  </a:rPr>
                  <a:t>AMERICAS</a:t>
                </a:r>
              </a:p>
              <a:p>
                <a:pPr>
                  <a:lnSpc>
                    <a:spcPct val="110000"/>
                  </a:lnSpc>
                  <a:spcAft>
                    <a:spcPts val="100"/>
                  </a:spcAft>
                  <a:buSzPct val="100000"/>
                </a:pPr>
                <a:r>
                  <a:rPr lang="en-US" sz="1000" dirty="0">
                    <a:solidFill>
                      <a:schemeClr val="accent6"/>
                    </a:solidFill>
                    <a:latin typeface="Aptos Light" panose="020B0004020202020204" pitchFamily="34" charset="0"/>
                  </a:rPr>
                  <a:t>Global HQ – Orange </a:t>
                </a:r>
                <a:br>
                  <a:rPr lang="en-US" sz="1000" dirty="0">
                    <a:solidFill>
                      <a:schemeClr val="accent6"/>
                    </a:solidFill>
                    <a:latin typeface="Aptos Light" panose="020B0004020202020204" pitchFamily="34" charset="0"/>
                  </a:rPr>
                </a:br>
                <a:r>
                  <a:rPr lang="en-US" sz="1000" dirty="0">
                    <a:solidFill>
                      <a:schemeClr val="accent6"/>
                    </a:solidFill>
                    <a:latin typeface="Aptos Light" panose="020B0004020202020204" pitchFamily="34" charset="0"/>
                  </a:rPr>
                  <a:t>County, CA</a:t>
                </a:r>
              </a:p>
              <a:p>
                <a:pPr>
                  <a:lnSpc>
                    <a:spcPct val="110000"/>
                  </a:lnSpc>
                  <a:spcAft>
                    <a:spcPts val="100"/>
                  </a:spcAft>
                  <a:buSzPct val="100000"/>
                </a:pPr>
                <a:r>
                  <a:rPr lang="en-US" sz="1000" dirty="0">
                    <a:solidFill>
                      <a:schemeClr val="bg1"/>
                    </a:solidFill>
                    <a:latin typeface="Aptos Light" panose="020B0004020202020204" pitchFamily="34" charset="0"/>
                  </a:rPr>
                  <a:t>Bentonville, AR</a:t>
                </a:r>
              </a:p>
              <a:p>
                <a:pPr>
                  <a:lnSpc>
                    <a:spcPct val="110000"/>
                  </a:lnSpc>
                  <a:spcAft>
                    <a:spcPts val="100"/>
                  </a:spcAft>
                  <a:buSzPct val="100000"/>
                </a:pPr>
                <a:r>
                  <a:rPr lang="en-US" sz="1000" dirty="0">
                    <a:solidFill>
                      <a:schemeClr val="bg1"/>
                    </a:solidFill>
                    <a:latin typeface="Aptos Light" panose="020B0004020202020204" pitchFamily="34" charset="0"/>
                  </a:rPr>
                  <a:t>Chicago, IL </a:t>
                </a:r>
              </a:p>
              <a:p>
                <a:pPr>
                  <a:lnSpc>
                    <a:spcPct val="110000"/>
                  </a:lnSpc>
                  <a:spcAft>
                    <a:spcPts val="100"/>
                  </a:spcAft>
                  <a:buSzPct val="100000"/>
                </a:pPr>
                <a:r>
                  <a:rPr lang="en-US" sz="1000" dirty="0">
                    <a:solidFill>
                      <a:schemeClr val="bg1"/>
                    </a:solidFill>
                    <a:latin typeface="Aptos Light" panose="020B0004020202020204" pitchFamily="34" charset="0"/>
                  </a:rPr>
                  <a:t>Norfolk, VA</a:t>
                </a:r>
              </a:p>
              <a:p>
                <a:pPr>
                  <a:lnSpc>
                    <a:spcPct val="110000"/>
                  </a:lnSpc>
                  <a:spcAft>
                    <a:spcPts val="100"/>
                  </a:spcAft>
                  <a:buSzPct val="100000"/>
                </a:pPr>
                <a:r>
                  <a:rPr lang="en-US" sz="1000" dirty="0">
                    <a:solidFill>
                      <a:schemeClr val="bg1"/>
                    </a:solidFill>
                    <a:latin typeface="Aptos Light" panose="020B0004020202020204" pitchFamily="34" charset="0"/>
                  </a:rPr>
                  <a:t>Columbus, OH</a:t>
                </a:r>
              </a:p>
              <a:p>
                <a:pPr>
                  <a:lnSpc>
                    <a:spcPct val="110000"/>
                  </a:lnSpc>
                  <a:spcAft>
                    <a:spcPts val="100"/>
                  </a:spcAft>
                  <a:buSzPct val="100000"/>
                </a:pPr>
                <a:r>
                  <a:rPr lang="en-US" sz="1000" dirty="0">
                    <a:solidFill>
                      <a:schemeClr val="bg1"/>
                    </a:solidFill>
                    <a:latin typeface="Aptos Light" panose="020B0004020202020204" pitchFamily="34" charset="0"/>
                  </a:rPr>
                  <a:t>Atlanta, GA</a:t>
                </a:r>
              </a:p>
              <a:p>
                <a:pPr>
                  <a:lnSpc>
                    <a:spcPct val="110000"/>
                  </a:lnSpc>
                  <a:spcAft>
                    <a:spcPts val="100"/>
                  </a:spcAft>
                  <a:buSzPct val="100000"/>
                </a:pPr>
                <a:r>
                  <a:rPr lang="en-US" sz="1000" dirty="0">
                    <a:solidFill>
                      <a:schemeClr val="bg1"/>
                    </a:solidFill>
                    <a:latin typeface="Aptos Light" panose="020B0004020202020204" pitchFamily="34" charset="0"/>
                  </a:rPr>
                  <a:t>Dallas, TX</a:t>
                </a:r>
              </a:p>
              <a:p>
                <a:pPr>
                  <a:lnSpc>
                    <a:spcPct val="110000"/>
                  </a:lnSpc>
                  <a:spcAft>
                    <a:spcPts val="100"/>
                  </a:spcAft>
                  <a:buSzPct val="100000"/>
                </a:pPr>
                <a:r>
                  <a:rPr lang="en-US" sz="1000" dirty="0">
                    <a:solidFill>
                      <a:schemeClr val="bg1"/>
                    </a:solidFill>
                    <a:latin typeface="Aptos Light" panose="020B0004020202020204" pitchFamily="34" charset="0"/>
                  </a:rPr>
                  <a:t>Ames, IA </a:t>
                </a:r>
              </a:p>
              <a:p>
                <a:pPr>
                  <a:lnSpc>
                    <a:spcPct val="110000"/>
                  </a:lnSpc>
                  <a:spcAft>
                    <a:spcPts val="100"/>
                  </a:spcAft>
                  <a:buSzPct val="100000"/>
                </a:pPr>
                <a:r>
                  <a:rPr lang="en-US" sz="1000" dirty="0">
                    <a:solidFill>
                      <a:schemeClr val="bg1"/>
                    </a:solidFill>
                    <a:latin typeface="Aptos Light" panose="020B0004020202020204" pitchFamily="34" charset="0"/>
                  </a:rPr>
                  <a:t>Toronto, CA</a:t>
                </a:r>
              </a:p>
              <a:p>
                <a:pPr>
                  <a:lnSpc>
                    <a:spcPct val="110000"/>
                  </a:lnSpc>
                  <a:spcAft>
                    <a:spcPts val="100"/>
                  </a:spcAft>
                  <a:buSzPct val="100000"/>
                </a:pPr>
                <a:r>
                  <a:rPr lang="en-US" sz="1000" dirty="0">
                    <a:solidFill>
                      <a:schemeClr val="bg1"/>
                    </a:solidFill>
                    <a:latin typeface="Aptos Light" panose="020B0004020202020204" pitchFamily="34" charset="0"/>
                  </a:rPr>
                  <a:t>Guadalajara, MX</a:t>
                </a:r>
              </a:p>
              <a:p>
                <a:pPr>
                  <a:lnSpc>
                    <a:spcPct val="110000"/>
                  </a:lnSpc>
                  <a:spcAft>
                    <a:spcPts val="100"/>
                  </a:spcAft>
                  <a:buSzPct val="100000"/>
                </a:pPr>
                <a:r>
                  <a:rPr lang="en-US" sz="1000" dirty="0">
                    <a:solidFill>
                      <a:schemeClr val="bg1"/>
                    </a:solidFill>
                    <a:latin typeface="Aptos Light" panose="020B0004020202020204" pitchFamily="34" charset="0"/>
                  </a:rPr>
                  <a:t>Leon, MX</a:t>
                </a:r>
              </a:p>
              <a:p>
                <a:pPr>
                  <a:lnSpc>
                    <a:spcPct val="110000"/>
                  </a:lnSpc>
                  <a:spcAft>
                    <a:spcPts val="100"/>
                  </a:spcAft>
                  <a:buSzPct val="100000"/>
                </a:pPr>
                <a:r>
                  <a:rPr lang="en-US" sz="1000" dirty="0">
                    <a:solidFill>
                      <a:schemeClr val="bg1"/>
                    </a:solidFill>
                    <a:latin typeface="Aptos Light" panose="020B0004020202020204" pitchFamily="34" charset="0"/>
                  </a:rPr>
                  <a:t>San Jose, CR</a:t>
                </a:r>
              </a:p>
              <a:p>
                <a:pPr>
                  <a:lnSpc>
                    <a:spcPct val="110000"/>
                  </a:lnSpc>
                  <a:spcAft>
                    <a:spcPts val="100"/>
                  </a:spcAft>
                  <a:buSzPct val="100000"/>
                </a:pPr>
                <a:r>
                  <a:rPr lang="en-US" sz="1000" dirty="0">
                    <a:solidFill>
                      <a:schemeClr val="bg1"/>
                    </a:solidFill>
                    <a:latin typeface="Aptos Light" panose="020B0004020202020204" pitchFamily="34" charset="0"/>
                  </a:rPr>
                  <a:t>Santiago, CL</a:t>
                </a:r>
              </a:p>
              <a:p>
                <a:pPr>
                  <a:lnSpc>
                    <a:spcPct val="110000"/>
                  </a:lnSpc>
                  <a:spcAft>
                    <a:spcPts val="100"/>
                  </a:spcAft>
                  <a:buSzPct val="100000"/>
                </a:pPr>
                <a:r>
                  <a:rPr lang="en-US" sz="1000" dirty="0">
                    <a:solidFill>
                      <a:schemeClr val="bg1"/>
                    </a:solidFill>
                    <a:latin typeface="Aptos Light" panose="020B0004020202020204" pitchFamily="34" charset="0"/>
                  </a:rPr>
                  <a:t>Lima, PE</a:t>
                </a:r>
              </a:p>
              <a:p>
                <a:pPr>
                  <a:lnSpc>
                    <a:spcPct val="110000"/>
                  </a:lnSpc>
                  <a:spcAft>
                    <a:spcPts val="100"/>
                  </a:spcAft>
                  <a:buSzPct val="100000"/>
                </a:pPr>
                <a:r>
                  <a:rPr lang="en-US" sz="1000" dirty="0">
                    <a:solidFill>
                      <a:schemeClr val="bg1"/>
                    </a:solidFill>
                    <a:latin typeface="Aptos Light" panose="020B0004020202020204" pitchFamily="34" charset="0"/>
                  </a:rPr>
                  <a:t>Sao Paulo, BR</a:t>
                </a:r>
              </a:p>
              <a:p>
                <a:pPr>
                  <a:lnSpc>
                    <a:spcPct val="110000"/>
                  </a:lnSpc>
                  <a:spcAft>
                    <a:spcPts val="100"/>
                  </a:spcAft>
                  <a:buSzPct val="100000"/>
                </a:pPr>
                <a:r>
                  <a:rPr lang="en-US" sz="1000" dirty="0">
                    <a:solidFill>
                      <a:schemeClr val="bg1"/>
                    </a:solidFill>
                    <a:latin typeface="Aptos Light" panose="020B0004020202020204" pitchFamily="34" charset="0"/>
                  </a:rPr>
                  <a:t>Buenos Aires, AR</a:t>
                </a:r>
              </a:p>
            </p:txBody>
          </p:sp>
          <p:sp>
            <p:nvSpPr>
              <p:cNvPr id="108" name="TextBox 107">
                <a:extLst>
                  <a:ext uri="{FF2B5EF4-FFF2-40B4-BE49-F238E27FC236}">
                    <a16:creationId xmlns:a16="http://schemas.microsoft.com/office/drawing/2014/main" id="{26FEBD40-261A-36DE-285D-7580743D398D}"/>
                  </a:ext>
                </a:extLst>
              </p:cNvPr>
              <p:cNvSpPr txBox="1"/>
              <p:nvPr/>
            </p:nvSpPr>
            <p:spPr>
              <a:xfrm>
                <a:off x="11025049" y="2450336"/>
                <a:ext cx="1047871" cy="1901210"/>
              </a:xfrm>
              <a:prstGeom prst="rect">
                <a:avLst/>
              </a:prstGeom>
              <a:noFill/>
            </p:spPr>
            <p:txBody>
              <a:bodyPr wrap="square" lIns="0" tIns="0" rIns="0" bIns="0" rtlCol="0">
                <a:spAutoFit/>
              </a:bodyPr>
              <a:lstStyle/>
              <a:p>
                <a:pPr>
                  <a:lnSpc>
                    <a:spcPct val="110000"/>
                  </a:lnSpc>
                  <a:buSzPct val="100000"/>
                </a:pPr>
                <a:r>
                  <a:rPr lang="en-US" sz="1000" b="1" dirty="0">
                    <a:solidFill>
                      <a:schemeClr val="bg1"/>
                    </a:solidFill>
                    <a:latin typeface="Aptos Light" panose="020B0004020202020204" pitchFamily="34" charset="0"/>
                  </a:rPr>
                  <a:t>APAC</a:t>
                </a:r>
              </a:p>
              <a:p>
                <a:pPr>
                  <a:lnSpc>
                    <a:spcPct val="110000"/>
                  </a:lnSpc>
                  <a:buSzPct val="100000"/>
                </a:pPr>
                <a:r>
                  <a:rPr lang="en-US" sz="1000" dirty="0">
                    <a:solidFill>
                      <a:schemeClr val="accent3"/>
                    </a:solidFill>
                    <a:latin typeface="Aptos Light" panose="020B0004020202020204" pitchFamily="34" charset="0"/>
                  </a:rPr>
                  <a:t>Singapore, SG</a:t>
                </a:r>
              </a:p>
              <a:p>
                <a:pPr>
                  <a:lnSpc>
                    <a:spcPct val="110000"/>
                  </a:lnSpc>
                  <a:buSzPct val="100000"/>
                </a:pPr>
                <a:r>
                  <a:rPr lang="en-US" sz="1000" dirty="0">
                    <a:solidFill>
                      <a:schemeClr val="bg1"/>
                    </a:solidFill>
                    <a:latin typeface="Aptos Light" panose="020B0004020202020204" pitchFamily="34" charset="0"/>
                  </a:rPr>
                  <a:t>Manila, PH</a:t>
                </a:r>
              </a:p>
              <a:p>
                <a:pPr>
                  <a:lnSpc>
                    <a:spcPct val="110000"/>
                  </a:lnSpc>
                  <a:buSzPct val="100000"/>
                </a:pPr>
                <a:r>
                  <a:rPr lang="en-US" sz="1000" dirty="0">
                    <a:solidFill>
                      <a:schemeClr val="bg1"/>
                    </a:solidFill>
                    <a:latin typeface="Aptos Light" panose="020B0004020202020204" pitchFamily="34" charset="0"/>
                  </a:rPr>
                  <a:t>Sydney, AU</a:t>
                </a:r>
              </a:p>
              <a:p>
                <a:pPr>
                  <a:lnSpc>
                    <a:spcPct val="110000"/>
                  </a:lnSpc>
                  <a:buSzPct val="100000"/>
                </a:pPr>
                <a:r>
                  <a:rPr lang="en-US" sz="1000" dirty="0">
                    <a:solidFill>
                      <a:schemeClr val="bg1"/>
                    </a:solidFill>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dirty="0">
                    <a:solidFill>
                      <a:schemeClr val="bg1"/>
                    </a:solidFill>
                    <a:latin typeface="Aptos Light" panose="020B0004020202020204" pitchFamily="34" charset="0"/>
                  </a:rPr>
                  <a:t>Brisbane, AU</a:t>
                </a:r>
              </a:p>
              <a:p>
                <a:pPr>
                  <a:lnSpc>
                    <a:spcPct val="110000"/>
                  </a:lnSpc>
                  <a:buSzPct val="100000"/>
                </a:pPr>
                <a:r>
                  <a:rPr lang="en-US" sz="1000" dirty="0">
                    <a:solidFill>
                      <a:schemeClr val="bg1"/>
                    </a:solidFill>
                    <a:latin typeface="Aptos Light" panose="020B0004020202020204" pitchFamily="34" charset="0"/>
                  </a:rPr>
                  <a:t>Penang, MY</a:t>
                </a:r>
              </a:p>
              <a:p>
                <a:pPr>
                  <a:lnSpc>
                    <a:spcPct val="110000"/>
                  </a:lnSpc>
                  <a:buSzPct val="100000"/>
                </a:pPr>
                <a:r>
                  <a:rPr lang="en-US" sz="1000" dirty="0">
                    <a:solidFill>
                      <a:schemeClr val="bg1"/>
                    </a:solidFill>
                    <a:latin typeface="Aptos Light" panose="020B0004020202020204" pitchFamily="34" charset="0"/>
                  </a:rPr>
                  <a:t>Kuala Lumpur, MY</a:t>
                </a:r>
              </a:p>
              <a:p>
                <a:pPr>
                  <a:lnSpc>
                    <a:spcPct val="110000"/>
                  </a:lnSpc>
                  <a:buSzPct val="100000"/>
                </a:pPr>
                <a:r>
                  <a:rPr lang="en-US" sz="1000" dirty="0">
                    <a:solidFill>
                      <a:schemeClr val="bg1"/>
                    </a:solidFill>
                    <a:latin typeface="Aptos Light" panose="020B0004020202020204" pitchFamily="34" charset="0"/>
                  </a:rPr>
                  <a:t>Shanghai, CN</a:t>
                </a:r>
              </a:p>
              <a:p>
                <a:pPr>
                  <a:lnSpc>
                    <a:spcPct val="110000"/>
                  </a:lnSpc>
                  <a:buSzPct val="100000"/>
                </a:pPr>
                <a:r>
                  <a:rPr lang="en-US" sz="1000" dirty="0">
                    <a:solidFill>
                      <a:schemeClr val="bg1"/>
                    </a:solidFill>
                    <a:latin typeface="Aptos Light" panose="020B0004020202020204" pitchFamily="34" charset="0"/>
                  </a:rPr>
                  <a:t>Taipei, TW</a:t>
                </a:r>
              </a:p>
              <a:p>
                <a:pPr>
                  <a:lnSpc>
                    <a:spcPct val="110000"/>
                  </a:lnSpc>
                  <a:buSzPct val="100000"/>
                </a:pPr>
                <a:r>
                  <a:rPr lang="en-US" sz="1000" dirty="0">
                    <a:solidFill>
                      <a:schemeClr val="bg1"/>
                    </a:solidFill>
                    <a:latin typeface="Aptos Light" panose="020B0004020202020204" pitchFamily="34" charset="0"/>
                  </a:rPr>
                  <a:t>Hong Kong, HK</a:t>
                </a:r>
              </a:p>
            </p:txBody>
          </p:sp>
          <p:sp>
            <p:nvSpPr>
              <p:cNvPr id="109" name="TextBox 108">
                <a:extLst>
                  <a:ext uri="{FF2B5EF4-FFF2-40B4-BE49-F238E27FC236}">
                    <a16:creationId xmlns:a16="http://schemas.microsoft.com/office/drawing/2014/main" id="{B0FE8212-86FA-12BD-B170-DAE59352F711}"/>
                  </a:ext>
                </a:extLst>
              </p:cNvPr>
              <p:cNvSpPr txBox="1"/>
              <p:nvPr/>
            </p:nvSpPr>
            <p:spPr>
              <a:xfrm>
                <a:off x="8950848" y="3803083"/>
                <a:ext cx="1099814" cy="1727740"/>
              </a:xfrm>
              <a:prstGeom prst="rect">
                <a:avLst/>
              </a:prstGeom>
              <a:noFill/>
            </p:spPr>
            <p:txBody>
              <a:bodyPr wrap="square" lIns="0" tIns="0" rIns="0" bIns="0" rtlCol="0">
                <a:spAutoFit/>
              </a:bodyPr>
              <a:lstStyle/>
              <a:p>
                <a:pPr>
                  <a:lnSpc>
                    <a:spcPct val="110000"/>
                  </a:lnSpc>
                  <a:buSzPct val="100000"/>
                </a:pPr>
                <a:r>
                  <a:rPr lang="en-US" sz="1000" b="1" dirty="0">
                    <a:solidFill>
                      <a:schemeClr val="bg1"/>
                    </a:solidFill>
                    <a:latin typeface="Aptos Light" panose="020B0004020202020204" pitchFamily="34" charset="0"/>
                  </a:rPr>
                  <a:t>INDIA</a:t>
                </a:r>
              </a:p>
              <a:p>
                <a:pPr>
                  <a:lnSpc>
                    <a:spcPct val="110000"/>
                  </a:lnSpc>
                  <a:buSzPct val="100000"/>
                </a:pPr>
                <a:r>
                  <a:rPr lang="en-US" sz="1000" dirty="0">
                    <a:solidFill>
                      <a:schemeClr val="accent3"/>
                    </a:solidFill>
                    <a:latin typeface="Aptos Light" panose="020B0004020202020204" pitchFamily="34" charset="0"/>
                  </a:rPr>
                  <a:t>Trivandrum</a:t>
                </a:r>
              </a:p>
              <a:p>
                <a:pPr>
                  <a:lnSpc>
                    <a:spcPct val="110000"/>
                  </a:lnSpc>
                  <a:buSzPct val="100000"/>
                </a:pPr>
                <a:r>
                  <a:rPr lang="en-US" sz="1000" dirty="0">
                    <a:solidFill>
                      <a:schemeClr val="bg1"/>
                    </a:solidFill>
                    <a:latin typeface="Aptos Light" panose="020B0004020202020204" pitchFamily="34" charset="0"/>
                  </a:rPr>
                  <a:t>Bangalore</a:t>
                </a:r>
              </a:p>
              <a:p>
                <a:pPr>
                  <a:lnSpc>
                    <a:spcPct val="110000"/>
                  </a:lnSpc>
                  <a:buSzPct val="100000"/>
                </a:pPr>
                <a:r>
                  <a:rPr lang="en-US" sz="1000" dirty="0">
                    <a:solidFill>
                      <a:schemeClr val="bg1"/>
                    </a:solidFill>
                    <a:latin typeface="Aptos Light" panose="020B0004020202020204" pitchFamily="34" charset="0"/>
                  </a:rPr>
                  <a:t>Chennai</a:t>
                </a:r>
              </a:p>
              <a:p>
                <a:pPr>
                  <a:lnSpc>
                    <a:spcPct val="110000"/>
                  </a:lnSpc>
                  <a:buSzPct val="100000"/>
                </a:pPr>
                <a:r>
                  <a:rPr lang="en-US" sz="1000" dirty="0">
                    <a:solidFill>
                      <a:schemeClr val="bg1"/>
                    </a:solidFill>
                    <a:latin typeface="Aptos Light" panose="020B0004020202020204" pitchFamily="34" charset="0"/>
                  </a:rPr>
                  <a:t>Hyderabad</a:t>
                </a:r>
              </a:p>
              <a:p>
                <a:pPr>
                  <a:lnSpc>
                    <a:spcPct val="110000"/>
                  </a:lnSpc>
                  <a:buSzPct val="100000"/>
                </a:pPr>
                <a:r>
                  <a:rPr lang="en-US" sz="1000" dirty="0">
                    <a:solidFill>
                      <a:schemeClr val="bg1"/>
                    </a:solidFill>
                    <a:latin typeface="Aptos Light" panose="020B0004020202020204" pitchFamily="34" charset="0"/>
                  </a:rPr>
                  <a:t>Kochi</a:t>
                </a:r>
              </a:p>
              <a:p>
                <a:pPr>
                  <a:lnSpc>
                    <a:spcPct val="110000"/>
                  </a:lnSpc>
                  <a:buSzPct val="100000"/>
                </a:pPr>
                <a:r>
                  <a:rPr lang="en-US" sz="1000" dirty="0">
                    <a:solidFill>
                      <a:schemeClr val="bg1"/>
                    </a:solidFill>
                    <a:latin typeface="Aptos Light" panose="020B0004020202020204" pitchFamily="34" charset="0"/>
                  </a:rPr>
                  <a:t>Delhi</a:t>
                </a:r>
              </a:p>
              <a:p>
                <a:pPr>
                  <a:lnSpc>
                    <a:spcPct val="110000"/>
                  </a:lnSpc>
                  <a:buSzPct val="100000"/>
                </a:pPr>
                <a:r>
                  <a:rPr lang="en-US" sz="1000" dirty="0">
                    <a:solidFill>
                      <a:schemeClr val="bg1"/>
                    </a:solidFill>
                    <a:latin typeface="Aptos Light" panose="020B0004020202020204" pitchFamily="34" charset="0"/>
                  </a:rPr>
                  <a:t>Coimbatore </a:t>
                </a:r>
              </a:p>
              <a:p>
                <a:pPr>
                  <a:lnSpc>
                    <a:spcPct val="110000"/>
                  </a:lnSpc>
                  <a:buSzPct val="100000"/>
                </a:pPr>
                <a:r>
                  <a:rPr lang="en-US" sz="1000" dirty="0">
                    <a:solidFill>
                      <a:schemeClr val="bg1"/>
                    </a:solidFill>
                    <a:latin typeface="Aptos Light" panose="020B0004020202020204" pitchFamily="34" charset="0"/>
                  </a:rPr>
                  <a:t>Hosur </a:t>
                </a:r>
              </a:p>
              <a:p>
                <a:pPr>
                  <a:lnSpc>
                    <a:spcPct val="110000"/>
                  </a:lnSpc>
                  <a:buSzPct val="100000"/>
                </a:pPr>
                <a:r>
                  <a:rPr lang="en-US" sz="1000" dirty="0">
                    <a:solidFill>
                      <a:schemeClr val="bg1"/>
                    </a:solidFill>
                    <a:latin typeface="Aptos Light" panose="020B0004020202020204" pitchFamily="34" charset="0"/>
                  </a:rPr>
                  <a:t>Pune</a:t>
                </a:r>
              </a:p>
            </p:txBody>
          </p:sp>
          <p:sp>
            <p:nvSpPr>
              <p:cNvPr id="110" name="TextBox 109">
                <a:extLst>
                  <a:ext uri="{FF2B5EF4-FFF2-40B4-BE49-F238E27FC236}">
                    <a16:creationId xmlns:a16="http://schemas.microsoft.com/office/drawing/2014/main" id="{A6D15BB4-E6B1-8C21-C8FA-205FACFF48D5}"/>
                  </a:ext>
                </a:extLst>
              </p:cNvPr>
              <p:cNvSpPr txBox="1"/>
              <p:nvPr/>
            </p:nvSpPr>
            <p:spPr>
              <a:xfrm>
                <a:off x="6163343" y="2482157"/>
                <a:ext cx="686654" cy="1380799"/>
              </a:xfrm>
              <a:prstGeom prst="rect">
                <a:avLst/>
              </a:prstGeom>
              <a:noFill/>
            </p:spPr>
            <p:txBody>
              <a:bodyPr wrap="none" lIns="0" tIns="0" rIns="0" bIns="0" rtlCol="0">
                <a:spAutoFit/>
              </a:bodyPr>
              <a:lstStyle/>
              <a:p>
                <a:pPr>
                  <a:lnSpc>
                    <a:spcPct val="110000"/>
                  </a:lnSpc>
                  <a:buSzPct val="100000"/>
                </a:pPr>
                <a:r>
                  <a:rPr lang="en-US" sz="1000" b="1" dirty="0">
                    <a:solidFill>
                      <a:schemeClr val="bg1"/>
                    </a:solidFill>
                    <a:latin typeface="Aptos Light" panose="020B0004020202020204" pitchFamily="34" charset="0"/>
                  </a:rPr>
                  <a:t>EMEA</a:t>
                </a:r>
              </a:p>
              <a:p>
                <a:pPr>
                  <a:lnSpc>
                    <a:spcPct val="110000"/>
                  </a:lnSpc>
                  <a:buSzPct val="100000"/>
                </a:pPr>
                <a:r>
                  <a:rPr lang="en-US" sz="1000" dirty="0">
                    <a:solidFill>
                      <a:schemeClr val="accent3"/>
                    </a:solidFill>
                    <a:latin typeface="Aptos Light" panose="020B0004020202020204" pitchFamily="34" charset="0"/>
                  </a:rPr>
                  <a:t>London, UK</a:t>
                </a:r>
              </a:p>
              <a:p>
                <a:pPr>
                  <a:lnSpc>
                    <a:spcPct val="110000"/>
                  </a:lnSpc>
                  <a:buSzPct val="100000"/>
                </a:pPr>
                <a:r>
                  <a:rPr lang="en-US" sz="1000" dirty="0">
                    <a:solidFill>
                      <a:schemeClr val="bg1"/>
                    </a:solidFill>
                    <a:latin typeface="Aptos Light" panose="020B0004020202020204" pitchFamily="34" charset="0"/>
                  </a:rPr>
                  <a:t>Leeds, UK</a:t>
                </a:r>
              </a:p>
              <a:p>
                <a:pPr>
                  <a:lnSpc>
                    <a:spcPct val="110000"/>
                  </a:lnSpc>
                  <a:buSzPct val="100000"/>
                </a:pPr>
                <a:r>
                  <a:rPr lang="en-US" sz="1000" dirty="0">
                    <a:solidFill>
                      <a:schemeClr val="bg1"/>
                    </a:solidFill>
                    <a:latin typeface="Aptos Light" panose="020B0004020202020204" pitchFamily="34" charset="0"/>
                  </a:rPr>
                  <a:t>Dublin, IE</a:t>
                </a:r>
              </a:p>
              <a:p>
                <a:pPr>
                  <a:lnSpc>
                    <a:spcPct val="110000"/>
                  </a:lnSpc>
                  <a:buSzPct val="100000"/>
                </a:pPr>
                <a:r>
                  <a:rPr lang="en-US" sz="1000" dirty="0">
                    <a:solidFill>
                      <a:schemeClr val="bg1"/>
                    </a:solidFill>
                    <a:latin typeface="Aptos Light" panose="020B0004020202020204" pitchFamily="34" charset="0"/>
                  </a:rPr>
                  <a:t>Madrid, ES</a:t>
                </a:r>
              </a:p>
              <a:p>
                <a:pPr>
                  <a:lnSpc>
                    <a:spcPct val="110000"/>
                  </a:lnSpc>
                  <a:buSzPct val="100000"/>
                </a:pPr>
                <a:r>
                  <a:rPr lang="en-US" sz="1000" dirty="0">
                    <a:solidFill>
                      <a:schemeClr val="bg1"/>
                    </a:solidFill>
                    <a:latin typeface="Aptos Light" panose="020B0004020202020204" pitchFamily="34" charset="0"/>
                  </a:rPr>
                  <a:t>Tel Aviv, IS</a:t>
                </a:r>
              </a:p>
              <a:p>
                <a:pPr>
                  <a:lnSpc>
                    <a:spcPct val="110000"/>
                  </a:lnSpc>
                  <a:buSzPct val="100000"/>
                </a:pPr>
                <a:r>
                  <a:rPr lang="en-US" sz="1000" dirty="0">
                    <a:solidFill>
                      <a:schemeClr val="bg1"/>
                    </a:solidFill>
                    <a:latin typeface="Aptos Light" panose="020B0004020202020204" pitchFamily="34" charset="0"/>
                  </a:rPr>
                  <a:t>Cologne, DE</a:t>
                </a:r>
              </a:p>
              <a:p>
                <a:pPr>
                  <a:lnSpc>
                    <a:spcPct val="110000"/>
                  </a:lnSpc>
                  <a:buSzPct val="100000"/>
                </a:pPr>
                <a:r>
                  <a:rPr lang="en-US" sz="1000" dirty="0">
                    <a:solidFill>
                      <a:schemeClr val="bg1"/>
                    </a:solidFill>
                    <a:latin typeface="Aptos Light" panose="020B0004020202020204" pitchFamily="34" charset="0"/>
                  </a:rPr>
                  <a:t>Lisbon, PT</a:t>
                </a:r>
              </a:p>
            </p:txBody>
          </p:sp>
          <p:sp>
            <p:nvSpPr>
              <p:cNvPr id="111" name="TextBox 110">
                <a:extLst>
                  <a:ext uri="{FF2B5EF4-FFF2-40B4-BE49-F238E27FC236}">
                    <a16:creationId xmlns:a16="http://schemas.microsoft.com/office/drawing/2014/main" id="{4DE95A96-19C9-7A1D-7750-7A9B6978EECF}"/>
                  </a:ext>
                </a:extLst>
              </p:cNvPr>
              <p:cNvSpPr txBox="1"/>
              <p:nvPr/>
            </p:nvSpPr>
            <p:spPr>
              <a:xfrm>
                <a:off x="6542019" y="3863646"/>
                <a:ext cx="933061" cy="2768563"/>
              </a:xfrm>
              <a:prstGeom prst="rect">
                <a:avLst/>
              </a:prstGeom>
              <a:noFill/>
            </p:spPr>
            <p:txBody>
              <a:bodyPr wrap="none" lIns="0" tIns="0" rIns="0" bIns="0" rtlCol="0">
                <a:spAutoFit/>
              </a:bodyPr>
              <a:lstStyle/>
              <a:p>
                <a:pPr>
                  <a:lnSpc>
                    <a:spcPct val="110000"/>
                  </a:lnSpc>
                  <a:buSzPct val="100000"/>
                </a:pPr>
                <a:r>
                  <a:rPr lang="en-US" sz="1000" dirty="0">
                    <a:solidFill>
                      <a:schemeClr val="bg1"/>
                    </a:solidFill>
                    <a:latin typeface="Aptos Light" panose="020B0004020202020204" pitchFamily="34" charset="0"/>
                  </a:rPr>
                  <a:t>Paris, FR</a:t>
                </a:r>
              </a:p>
              <a:p>
                <a:pPr>
                  <a:lnSpc>
                    <a:spcPct val="110000"/>
                  </a:lnSpc>
                  <a:buSzPct val="100000"/>
                </a:pPr>
                <a:r>
                  <a:rPr lang="en-US" sz="1000" dirty="0">
                    <a:solidFill>
                      <a:schemeClr val="bg1"/>
                    </a:solidFill>
                    <a:latin typeface="Aptos Light" panose="020B0004020202020204" pitchFamily="34" charset="0"/>
                  </a:rPr>
                  <a:t>Gdansk, PL</a:t>
                </a:r>
              </a:p>
              <a:p>
                <a:pPr>
                  <a:lnSpc>
                    <a:spcPct val="110000"/>
                  </a:lnSpc>
                  <a:buSzPct val="100000"/>
                </a:pPr>
                <a:r>
                  <a:rPr lang="en-US" sz="1000" dirty="0">
                    <a:solidFill>
                      <a:schemeClr val="bg1"/>
                    </a:solidFill>
                    <a:latin typeface="Aptos Light" panose="020B0004020202020204" pitchFamily="34" charset="0"/>
                  </a:rPr>
                  <a:t>Bucharest, RO</a:t>
                </a:r>
              </a:p>
              <a:p>
                <a:pPr>
                  <a:lnSpc>
                    <a:spcPct val="110000"/>
                  </a:lnSpc>
                  <a:buSzPct val="100000"/>
                </a:pPr>
                <a:r>
                  <a:rPr lang="en-US" sz="1000" dirty="0">
                    <a:solidFill>
                      <a:schemeClr val="bg1"/>
                    </a:solidFill>
                    <a:latin typeface="Aptos Light" panose="020B0004020202020204" pitchFamily="34" charset="0"/>
                  </a:rPr>
                  <a:t>Sofia, BG</a:t>
                </a:r>
              </a:p>
              <a:p>
                <a:pPr>
                  <a:lnSpc>
                    <a:spcPct val="110000"/>
                  </a:lnSpc>
                  <a:buSzPct val="100000"/>
                </a:pPr>
                <a:r>
                  <a:rPr lang="en-US" sz="1000" dirty="0">
                    <a:solidFill>
                      <a:schemeClr val="bg1"/>
                    </a:solidFill>
                    <a:latin typeface="Aptos Light" panose="020B0004020202020204" pitchFamily="34" charset="0"/>
                  </a:rPr>
                  <a:t>Helmond, NL</a:t>
                </a:r>
              </a:p>
              <a:p>
                <a:pPr>
                  <a:lnSpc>
                    <a:spcPct val="110000"/>
                  </a:lnSpc>
                  <a:buSzPct val="100000"/>
                </a:pPr>
                <a:r>
                  <a:rPr lang="en-US" sz="1000" dirty="0">
                    <a:solidFill>
                      <a:schemeClr val="bg1"/>
                    </a:solidFill>
                    <a:latin typeface="Aptos Light" panose="020B0004020202020204" pitchFamily="34" charset="0"/>
                  </a:rPr>
                  <a:t>Barcelona, ES</a:t>
                </a:r>
              </a:p>
              <a:p>
                <a:pPr>
                  <a:lnSpc>
                    <a:spcPct val="110000"/>
                  </a:lnSpc>
                  <a:buSzPct val="100000"/>
                </a:pPr>
                <a:r>
                  <a:rPr lang="en-US" sz="1000" b="0" dirty="0">
                    <a:solidFill>
                      <a:schemeClr val="bg1"/>
                    </a:solidFill>
                    <a:latin typeface="Aptos Light" panose="020B0004020202020204" pitchFamily="34" charset="0"/>
                  </a:rPr>
                  <a:t>Bilbao, ES</a:t>
                </a:r>
              </a:p>
              <a:p>
                <a:pPr>
                  <a:lnSpc>
                    <a:spcPct val="110000"/>
                  </a:lnSpc>
                  <a:buSzPct val="100000"/>
                </a:pPr>
                <a:r>
                  <a:rPr lang="en-US" sz="1000" dirty="0">
                    <a:solidFill>
                      <a:schemeClr val="bg1"/>
                    </a:solidFill>
                    <a:latin typeface="Aptos Light" panose="020B0004020202020204" pitchFamily="34" charset="0"/>
                  </a:rPr>
                  <a:t>Salamanca, ES</a:t>
                </a:r>
              </a:p>
              <a:p>
                <a:pPr>
                  <a:lnSpc>
                    <a:spcPct val="110000"/>
                  </a:lnSpc>
                  <a:buSzPct val="100000"/>
                </a:pPr>
                <a:r>
                  <a:rPr lang="en-US" sz="1000" dirty="0">
                    <a:solidFill>
                      <a:schemeClr val="bg1"/>
                    </a:solidFill>
                    <a:latin typeface="Aptos Light" panose="020B0004020202020204" pitchFamily="34" charset="0"/>
                  </a:rPr>
                  <a:t>Valencia, ES</a:t>
                </a:r>
              </a:p>
              <a:p>
                <a:pPr>
                  <a:lnSpc>
                    <a:spcPct val="110000"/>
                  </a:lnSpc>
                  <a:buSzPct val="100000"/>
                </a:pPr>
                <a:r>
                  <a:rPr lang="en-US" sz="1000" dirty="0">
                    <a:solidFill>
                      <a:schemeClr val="bg1"/>
                    </a:solidFill>
                    <a:latin typeface="Aptos Light" panose="020B0004020202020204" pitchFamily="34" charset="0"/>
                  </a:rPr>
                  <a:t>Zaragoza, ES</a:t>
                </a:r>
              </a:p>
              <a:p>
                <a:pPr>
                  <a:lnSpc>
                    <a:spcPct val="110000"/>
                  </a:lnSpc>
                  <a:buSzPct val="100000"/>
                </a:pPr>
                <a:r>
                  <a:rPr lang="en-US" sz="1000" dirty="0">
                    <a:solidFill>
                      <a:schemeClr val="bg1"/>
                    </a:solidFill>
                    <a:latin typeface="Aptos Light" panose="020B0004020202020204" pitchFamily="34" charset="0"/>
                  </a:rPr>
                  <a:t>Copenhagen, DK</a:t>
                </a:r>
              </a:p>
              <a:p>
                <a:pPr>
                  <a:lnSpc>
                    <a:spcPct val="110000"/>
                  </a:lnSpc>
                  <a:buSzPct val="100000"/>
                </a:pPr>
                <a:r>
                  <a:rPr lang="en-US" sz="1000" dirty="0">
                    <a:solidFill>
                      <a:schemeClr val="bg1"/>
                    </a:solidFill>
                    <a:latin typeface="Aptos Light" panose="020B0004020202020204" pitchFamily="34" charset="0"/>
                  </a:rPr>
                  <a:t>Zurich, CH</a:t>
                </a:r>
              </a:p>
              <a:p>
                <a:pPr>
                  <a:lnSpc>
                    <a:spcPct val="110000"/>
                  </a:lnSpc>
                  <a:buSzPct val="100000"/>
                </a:pPr>
                <a:r>
                  <a:rPr lang="en-US" sz="1000" dirty="0">
                    <a:solidFill>
                      <a:schemeClr val="bg1"/>
                    </a:solidFill>
                    <a:latin typeface="Aptos Light" panose="020B0004020202020204" pitchFamily="34" charset="0"/>
                  </a:rPr>
                  <a:t>Fribourg, CH</a:t>
                </a:r>
              </a:p>
              <a:p>
                <a:pPr>
                  <a:lnSpc>
                    <a:spcPct val="110000"/>
                  </a:lnSpc>
                  <a:buSzPct val="100000"/>
                </a:pPr>
                <a:r>
                  <a:rPr lang="en-US" sz="1000" dirty="0">
                    <a:solidFill>
                      <a:schemeClr val="bg1"/>
                    </a:solidFill>
                    <a:latin typeface="Aptos Light" panose="020B0004020202020204" pitchFamily="34" charset="0"/>
                  </a:rPr>
                  <a:t>Kyiv, UA</a:t>
                </a:r>
              </a:p>
              <a:p>
                <a:pPr>
                  <a:lnSpc>
                    <a:spcPct val="110000"/>
                  </a:lnSpc>
                  <a:buSzPct val="100000"/>
                </a:pPr>
                <a:r>
                  <a:rPr lang="en-US" sz="1000" dirty="0">
                    <a:solidFill>
                      <a:schemeClr val="bg1"/>
                    </a:solidFill>
                    <a:latin typeface="Aptos Light" panose="020B0004020202020204" pitchFamily="34" charset="0"/>
                  </a:rPr>
                  <a:t>Prague, CZ</a:t>
                </a:r>
              </a:p>
              <a:p>
                <a:pPr>
                  <a:lnSpc>
                    <a:spcPct val="110000"/>
                  </a:lnSpc>
                  <a:buSzPct val="100000"/>
                </a:pPr>
                <a:r>
                  <a:rPr lang="en-US" sz="1000" dirty="0">
                    <a:solidFill>
                      <a:schemeClr val="bg1"/>
                    </a:solidFill>
                    <a:latin typeface="Aptos Light" panose="020B0004020202020204" pitchFamily="34" charset="0"/>
                  </a:rPr>
                  <a:t>Cape Town, ZA</a:t>
                </a:r>
              </a:p>
            </p:txBody>
          </p:sp>
          <p:sp>
            <p:nvSpPr>
              <p:cNvPr id="112" name="World">
                <a:extLst>
                  <a:ext uri="{FF2B5EF4-FFF2-40B4-BE49-F238E27FC236}">
                    <a16:creationId xmlns:a16="http://schemas.microsoft.com/office/drawing/2014/main" id="{6049C9A2-D0FD-7665-67E2-57F2C432FC80}"/>
                  </a:ext>
                </a:extLst>
              </p:cNvPr>
              <p:cNvSpPr>
                <a:spLocks noChangeAspect="1" noEditPoints="1"/>
              </p:cNvSpPr>
              <p:nvPr/>
            </p:nvSpPr>
            <p:spPr bwMode="auto">
              <a:xfrm>
                <a:off x="3197218" y="963640"/>
                <a:ext cx="8858218" cy="4592051"/>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13" name="Square">
                <a:extLst>
                  <a:ext uri="{FF2B5EF4-FFF2-40B4-BE49-F238E27FC236}">
                    <a16:creationId xmlns:a16="http://schemas.microsoft.com/office/drawing/2014/main" id="{CD76BEAF-D22F-226F-0B65-F1871317C664}"/>
                  </a:ext>
                </a:extLst>
              </p:cNvPr>
              <p:cNvSpPr>
                <a:spLocks noChangeAspect="1"/>
              </p:cNvSpPr>
              <p:nvPr/>
            </p:nvSpPr>
            <p:spPr bwMode="auto">
              <a:xfrm>
                <a:off x="4218572" y="2786673"/>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14" name="Square">
                <a:extLst>
                  <a:ext uri="{FF2B5EF4-FFF2-40B4-BE49-F238E27FC236}">
                    <a16:creationId xmlns:a16="http://schemas.microsoft.com/office/drawing/2014/main" id="{F7703E2E-08FE-E2C6-0C6D-8126AA2E33D8}"/>
                  </a:ext>
                </a:extLst>
              </p:cNvPr>
              <p:cNvSpPr>
                <a:spLocks noChangeAspect="1"/>
              </p:cNvSpPr>
              <p:nvPr/>
            </p:nvSpPr>
            <p:spPr bwMode="auto">
              <a:xfrm>
                <a:off x="5120977" y="238174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15" name="Square">
                <a:extLst>
                  <a:ext uri="{FF2B5EF4-FFF2-40B4-BE49-F238E27FC236}">
                    <a16:creationId xmlns:a16="http://schemas.microsoft.com/office/drawing/2014/main" id="{F71FB3FA-1577-B661-ACAF-027B6DD72489}"/>
                  </a:ext>
                </a:extLst>
              </p:cNvPr>
              <p:cNvSpPr>
                <a:spLocks noChangeAspect="1"/>
              </p:cNvSpPr>
              <p:nvPr/>
            </p:nvSpPr>
            <p:spPr bwMode="auto">
              <a:xfrm>
                <a:off x="5346388"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16" name="Square">
                <a:extLst>
                  <a:ext uri="{FF2B5EF4-FFF2-40B4-BE49-F238E27FC236}">
                    <a16:creationId xmlns:a16="http://schemas.microsoft.com/office/drawing/2014/main" id="{43A3F535-6BD5-19F1-EEF4-9455A210580B}"/>
                  </a:ext>
                </a:extLst>
              </p:cNvPr>
              <p:cNvSpPr>
                <a:spLocks noChangeAspect="1"/>
              </p:cNvSpPr>
              <p:nvPr/>
            </p:nvSpPr>
            <p:spPr bwMode="auto">
              <a:xfrm>
                <a:off x="5026474"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17" name="Square">
                <a:extLst>
                  <a:ext uri="{FF2B5EF4-FFF2-40B4-BE49-F238E27FC236}">
                    <a16:creationId xmlns:a16="http://schemas.microsoft.com/office/drawing/2014/main" id="{9FCE833D-F2AC-827D-ACFF-6D0ABC8CDB71}"/>
                  </a:ext>
                </a:extLst>
              </p:cNvPr>
              <p:cNvSpPr>
                <a:spLocks noChangeAspect="1"/>
              </p:cNvSpPr>
              <p:nvPr/>
            </p:nvSpPr>
            <p:spPr bwMode="auto">
              <a:xfrm>
                <a:off x="5311053" y="25384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18" name="Square">
                <a:extLst>
                  <a:ext uri="{FF2B5EF4-FFF2-40B4-BE49-F238E27FC236}">
                    <a16:creationId xmlns:a16="http://schemas.microsoft.com/office/drawing/2014/main" id="{82131763-C9B9-DB03-2AE0-7632E99B272A}"/>
                  </a:ext>
                </a:extLst>
              </p:cNvPr>
              <p:cNvSpPr>
                <a:spLocks noChangeAspect="1"/>
              </p:cNvSpPr>
              <p:nvPr/>
            </p:nvSpPr>
            <p:spPr bwMode="auto">
              <a:xfrm>
                <a:off x="5181190" y="288849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19" name="Square">
                <a:extLst>
                  <a:ext uri="{FF2B5EF4-FFF2-40B4-BE49-F238E27FC236}">
                    <a16:creationId xmlns:a16="http://schemas.microsoft.com/office/drawing/2014/main" id="{CCB924DA-208D-7BA2-6B0C-3C05F9AAAEC1}"/>
                  </a:ext>
                </a:extLst>
              </p:cNvPr>
              <p:cNvSpPr>
                <a:spLocks noChangeAspect="1"/>
              </p:cNvSpPr>
              <p:nvPr/>
            </p:nvSpPr>
            <p:spPr bwMode="auto">
              <a:xfrm>
                <a:off x="4946004" y="293314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20" name="Square">
                <a:extLst>
                  <a:ext uri="{FF2B5EF4-FFF2-40B4-BE49-F238E27FC236}">
                    <a16:creationId xmlns:a16="http://schemas.microsoft.com/office/drawing/2014/main" id="{D9489BF3-02E0-64F5-5947-6B0CA4EA1973}"/>
                  </a:ext>
                </a:extLst>
              </p:cNvPr>
              <p:cNvSpPr>
                <a:spLocks noChangeAspect="1"/>
              </p:cNvSpPr>
              <p:nvPr/>
            </p:nvSpPr>
            <p:spPr bwMode="auto">
              <a:xfrm>
                <a:off x="4766794" y="240969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21" name="Square">
                <a:extLst>
                  <a:ext uri="{FF2B5EF4-FFF2-40B4-BE49-F238E27FC236}">
                    <a16:creationId xmlns:a16="http://schemas.microsoft.com/office/drawing/2014/main" id="{9C706BC2-CA0E-0D65-9707-044E46D5B0E0}"/>
                  </a:ext>
                </a:extLst>
              </p:cNvPr>
              <p:cNvSpPr>
                <a:spLocks noChangeAspect="1"/>
              </p:cNvSpPr>
              <p:nvPr/>
            </p:nvSpPr>
            <p:spPr bwMode="auto">
              <a:xfrm>
                <a:off x="5495321" y="22729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22" name="Square">
                <a:extLst>
                  <a:ext uri="{FF2B5EF4-FFF2-40B4-BE49-F238E27FC236}">
                    <a16:creationId xmlns:a16="http://schemas.microsoft.com/office/drawing/2014/main" id="{63D0976E-810B-B0A1-B1CF-527EE3C2FF2E}"/>
                  </a:ext>
                </a:extLst>
              </p:cNvPr>
              <p:cNvSpPr>
                <a:spLocks noChangeAspect="1"/>
              </p:cNvSpPr>
              <p:nvPr/>
            </p:nvSpPr>
            <p:spPr bwMode="auto">
              <a:xfrm>
                <a:off x="4985076" y="34056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23" name="Square">
                <a:extLst>
                  <a:ext uri="{FF2B5EF4-FFF2-40B4-BE49-F238E27FC236}">
                    <a16:creationId xmlns:a16="http://schemas.microsoft.com/office/drawing/2014/main" id="{09D591C4-0371-086B-EFB3-FE2D30E67F90}"/>
                  </a:ext>
                </a:extLst>
              </p:cNvPr>
              <p:cNvSpPr>
                <a:spLocks noChangeAspect="1"/>
              </p:cNvSpPr>
              <p:nvPr/>
            </p:nvSpPr>
            <p:spPr bwMode="auto">
              <a:xfrm>
                <a:off x="4827563" y="332601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24" name="Square">
                <a:extLst>
                  <a:ext uri="{FF2B5EF4-FFF2-40B4-BE49-F238E27FC236}">
                    <a16:creationId xmlns:a16="http://schemas.microsoft.com/office/drawing/2014/main" id="{66979CFA-6710-AF96-1D2D-18B28CF74D94}"/>
                  </a:ext>
                </a:extLst>
              </p:cNvPr>
              <p:cNvSpPr>
                <a:spLocks noChangeAspect="1"/>
              </p:cNvSpPr>
              <p:nvPr/>
            </p:nvSpPr>
            <p:spPr bwMode="auto">
              <a:xfrm>
                <a:off x="5126000" y="349263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25" name="Square">
                <a:extLst>
                  <a:ext uri="{FF2B5EF4-FFF2-40B4-BE49-F238E27FC236}">
                    <a16:creationId xmlns:a16="http://schemas.microsoft.com/office/drawing/2014/main" id="{5C8E4B17-E61C-5FF4-E47B-CEFAC4375263}"/>
                  </a:ext>
                </a:extLst>
              </p:cNvPr>
              <p:cNvSpPr>
                <a:spLocks noChangeAspect="1"/>
              </p:cNvSpPr>
              <p:nvPr/>
            </p:nvSpPr>
            <p:spPr bwMode="auto">
              <a:xfrm>
                <a:off x="5518800" y="467448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26" name="Square">
                <a:extLst>
                  <a:ext uri="{FF2B5EF4-FFF2-40B4-BE49-F238E27FC236}">
                    <a16:creationId xmlns:a16="http://schemas.microsoft.com/office/drawing/2014/main" id="{5CA9FD6E-ADA2-F1D9-84CA-9F6E006CEA41}"/>
                  </a:ext>
                </a:extLst>
              </p:cNvPr>
              <p:cNvSpPr>
                <a:spLocks noChangeAspect="1"/>
              </p:cNvSpPr>
              <p:nvPr/>
            </p:nvSpPr>
            <p:spPr bwMode="auto">
              <a:xfrm>
                <a:off x="5417177" y="409766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27" name="Square">
                <a:extLst>
                  <a:ext uri="{FF2B5EF4-FFF2-40B4-BE49-F238E27FC236}">
                    <a16:creationId xmlns:a16="http://schemas.microsoft.com/office/drawing/2014/main" id="{EA456398-F615-6697-96CA-21A852EDBBA5}"/>
                  </a:ext>
                </a:extLst>
              </p:cNvPr>
              <p:cNvSpPr>
                <a:spLocks noChangeAspect="1"/>
              </p:cNvSpPr>
              <p:nvPr/>
            </p:nvSpPr>
            <p:spPr bwMode="auto">
              <a:xfrm>
                <a:off x="6085199" y="461458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28" name="Square">
                <a:extLst>
                  <a:ext uri="{FF2B5EF4-FFF2-40B4-BE49-F238E27FC236}">
                    <a16:creationId xmlns:a16="http://schemas.microsoft.com/office/drawing/2014/main" id="{C8D45AB3-13E8-EBF3-0785-B19C9FC6ACE8}"/>
                  </a:ext>
                </a:extLst>
              </p:cNvPr>
              <p:cNvSpPr>
                <a:spLocks noChangeAspect="1"/>
              </p:cNvSpPr>
              <p:nvPr/>
            </p:nvSpPr>
            <p:spPr bwMode="auto">
              <a:xfrm>
                <a:off x="5815324" y="48982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29" name="Square">
                <a:extLst>
                  <a:ext uri="{FF2B5EF4-FFF2-40B4-BE49-F238E27FC236}">
                    <a16:creationId xmlns:a16="http://schemas.microsoft.com/office/drawing/2014/main" id="{B14B03FC-DB87-7F40-E5D3-6AFB79CD1339}"/>
                  </a:ext>
                </a:extLst>
              </p:cNvPr>
              <p:cNvSpPr>
                <a:spLocks noChangeAspect="1"/>
              </p:cNvSpPr>
              <p:nvPr/>
            </p:nvSpPr>
            <p:spPr bwMode="auto">
              <a:xfrm>
                <a:off x="7206037" y="2304280"/>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30" name="Square">
                <a:extLst>
                  <a:ext uri="{FF2B5EF4-FFF2-40B4-BE49-F238E27FC236}">
                    <a16:creationId xmlns:a16="http://schemas.microsoft.com/office/drawing/2014/main" id="{EC90411F-3B63-9927-0123-A100EBDB5574}"/>
                  </a:ext>
                </a:extLst>
              </p:cNvPr>
              <p:cNvSpPr>
                <a:spLocks noChangeAspect="1"/>
              </p:cNvSpPr>
              <p:nvPr/>
            </p:nvSpPr>
            <p:spPr bwMode="auto">
              <a:xfrm>
                <a:off x="9148033" y="360077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31" name="Square">
                <a:extLst>
                  <a:ext uri="{FF2B5EF4-FFF2-40B4-BE49-F238E27FC236}">
                    <a16:creationId xmlns:a16="http://schemas.microsoft.com/office/drawing/2014/main" id="{39A954D1-6B7D-9BDD-4E98-C31AAB80B225}"/>
                  </a:ext>
                </a:extLst>
              </p:cNvPr>
              <p:cNvSpPr>
                <a:spLocks noChangeAspect="1"/>
              </p:cNvSpPr>
              <p:nvPr/>
            </p:nvSpPr>
            <p:spPr bwMode="auto">
              <a:xfrm>
                <a:off x="9792956" y="362652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32" name="Square">
                <a:extLst>
                  <a:ext uri="{FF2B5EF4-FFF2-40B4-BE49-F238E27FC236}">
                    <a16:creationId xmlns:a16="http://schemas.microsoft.com/office/drawing/2014/main" id="{A0763C72-DEBF-12D5-1AC8-96C325924171}"/>
                  </a:ext>
                </a:extLst>
              </p:cNvPr>
              <p:cNvSpPr>
                <a:spLocks noChangeAspect="1"/>
              </p:cNvSpPr>
              <p:nvPr/>
            </p:nvSpPr>
            <p:spPr bwMode="auto">
              <a:xfrm>
                <a:off x="7186502" y="219336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33" name="Square">
                <a:extLst>
                  <a:ext uri="{FF2B5EF4-FFF2-40B4-BE49-F238E27FC236}">
                    <a16:creationId xmlns:a16="http://schemas.microsoft.com/office/drawing/2014/main" id="{FE358056-38AD-AF4B-07AD-CFDF23C5265E}"/>
                  </a:ext>
                </a:extLst>
              </p:cNvPr>
              <p:cNvSpPr>
                <a:spLocks noChangeAspect="1"/>
              </p:cNvSpPr>
              <p:nvPr/>
            </p:nvSpPr>
            <p:spPr bwMode="auto">
              <a:xfrm>
                <a:off x="10389451" y="35633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34" name="Square">
                <a:extLst>
                  <a:ext uri="{FF2B5EF4-FFF2-40B4-BE49-F238E27FC236}">
                    <a16:creationId xmlns:a16="http://schemas.microsoft.com/office/drawing/2014/main" id="{53A6C5E2-C399-376B-C155-438237C7054F}"/>
                  </a:ext>
                </a:extLst>
              </p:cNvPr>
              <p:cNvSpPr>
                <a:spLocks noChangeAspect="1"/>
              </p:cNvSpPr>
              <p:nvPr/>
            </p:nvSpPr>
            <p:spPr bwMode="auto">
              <a:xfrm>
                <a:off x="11095354" y="465360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35" name="Square">
                <a:extLst>
                  <a:ext uri="{FF2B5EF4-FFF2-40B4-BE49-F238E27FC236}">
                    <a16:creationId xmlns:a16="http://schemas.microsoft.com/office/drawing/2014/main" id="{7855A517-6D29-5C52-A295-E601310A7DFF}"/>
                  </a:ext>
                </a:extLst>
              </p:cNvPr>
              <p:cNvSpPr>
                <a:spLocks noChangeAspect="1"/>
              </p:cNvSpPr>
              <p:nvPr/>
            </p:nvSpPr>
            <p:spPr bwMode="auto">
              <a:xfrm>
                <a:off x="11095354" y="449520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36" name="Square">
                <a:extLst>
                  <a:ext uri="{FF2B5EF4-FFF2-40B4-BE49-F238E27FC236}">
                    <a16:creationId xmlns:a16="http://schemas.microsoft.com/office/drawing/2014/main" id="{88FCC5BC-1D5E-84C4-D604-4CB07A402C38}"/>
                  </a:ext>
                </a:extLst>
              </p:cNvPr>
              <p:cNvSpPr>
                <a:spLocks noChangeAspect="1"/>
              </p:cNvSpPr>
              <p:nvPr/>
            </p:nvSpPr>
            <p:spPr bwMode="auto">
              <a:xfrm>
                <a:off x="9869049" y="374275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37" name="Square">
                <a:extLst>
                  <a:ext uri="{FF2B5EF4-FFF2-40B4-BE49-F238E27FC236}">
                    <a16:creationId xmlns:a16="http://schemas.microsoft.com/office/drawing/2014/main" id="{C7E9A4F3-91BB-2A95-A81A-C4367D51937C}"/>
                  </a:ext>
                </a:extLst>
              </p:cNvPr>
              <p:cNvSpPr>
                <a:spLocks noChangeAspect="1"/>
              </p:cNvSpPr>
              <p:nvPr/>
            </p:nvSpPr>
            <p:spPr bwMode="auto">
              <a:xfrm>
                <a:off x="10259656" y="31024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38" name="Square">
                <a:extLst>
                  <a:ext uri="{FF2B5EF4-FFF2-40B4-BE49-F238E27FC236}">
                    <a16:creationId xmlns:a16="http://schemas.microsoft.com/office/drawing/2014/main" id="{A849FE32-04A4-7DE6-5EF3-D1DC4FBAC7CC}"/>
                  </a:ext>
                </a:extLst>
              </p:cNvPr>
              <p:cNvSpPr>
                <a:spLocks noChangeAspect="1"/>
              </p:cNvSpPr>
              <p:nvPr/>
            </p:nvSpPr>
            <p:spPr bwMode="auto">
              <a:xfrm>
                <a:off x="10093206" y="327022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39" name="Square">
                <a:extLst>
                  <a:ext uri="{FF2B5EF4-FFF2-40B4-BE49-F238E27FC236}">
                    <a16:creationId xmlns:a16="http://schemas.microsoft.com/office/drawing/2014/main" id="{E80EB556-DBA3-0EAB-9C19-C3C307272934}"/>
                  </a:ext>
                </a:extLst>
              </p:cNvPr>
              <p:cNvSpPr>
                <a:spLocks noChangeAspect="1"/>
              </p:cNvSpPr>
              <p:nvPr/>
            </p:nvSpPr>
            <p:spPr bwMode="auto">
              <a:xfrm>
                <a:off x="7413453" y="237480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40" name="Square">
                <a:extLst>
                  <a:ext uri="{FF2B5EF4-FFF2-40B4-BE49-F238E27FC236}">
                    <a16:creationId xmlns:a16="http://schemas.microsoft.com/office/drawing/2014/main" id="{A3E30BDD-C904-11C1-EF0F-E45DDF1E8DEB}"/>
                  </a:ext>
                </a:extLst>
              </p:cNvPr>
              <p:cNvSpPr>
                <a:spLocks noChangeAspect="1"/>
              </p:cNvSpPr>
              <p:nvPr/>
            </p:nvSpPr>
            <p:spPr bwMode="auto">
              <a:xfrm>
                <a:off x="7091469" y="27377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41" name="Square">
                <a:extLst>
                  <a:ext uri="{FF2B5EF4-FFF2-40B4-BE49-F238E27FC236}">
                    <a16:creationId xmlns:a16="http://schemas.microsoft.com/office/drawing/2014/main" id="{63AA7C6E-C03B-6D06-5234-1B82926194D1}"/>
                  </a:ext>
                </a:extLst>
              </p:cNvPr>
              <p:cNvSpPr>
                <a:spLocks noChangeAspect="1"/>
              </p:cNvSpPr>
              <p:nvPr/>
            </p:nvSpPr>
            <p:spPr bwMode="auto">
              <a:xfrm>
                <a:off x="7358166" y="248202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42" name="Square">
                <a:extLst>
                  <a:ext uri="{FF2B5EF4-FFF2-40B4-BE49-F238E27FC236}">
                    <a16:creationId xmlns:a16="http://schemas.microsoft.com/office/drawing/2014/main" id="{9F7B09FD-60D1-61CA-B9D0-7FD17F8665B8}"/>
                  </a:ext>
                </a:extLst>
              </p:cNvPr>
              <p:cNvSpPr>
                <a:spLocks noChangeAspect="1"/>
              </p:cNvSpPr>
              <p:nvPr/>
            </p:nvSpPr>
            <p:spPr bwMode="auto">
              <a:xfrm>
                <a:off x="7676218" y="224172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43" name="Square">
                <a:extLst>
                  <a:ext uri="{FF2B5EF4-FFF2-40B4-BE49-F238E27FC236}">
                    <a16:creationId xmlns:a16="http://schemas.microsoft.com/office/drawing/2014/main" id="{56B0DA28-7412-7679-5D0B-AA3384AAEDD4}"/>
                  </a:ext>
                </a:extLst>
              </p:cNvPr>
              <p:cNvSpPr>
                <a:spLocks noChangeAspect="1"/>
              </p:cNvSpPr>
              <p:nvPr/>
            </p:nvSpPr>
            <p:spPr bwMode="auto">
              <a:xfrm>
                <a:off x="8384508" y="261086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44" name="Square">
                <a:extLst>
                  <a:ext uri="{FF2B5EF4-FFF2-40B4-BE49-F238E27FC236}">
                    <a16:creationId xmlns:a16="http://schemas.microsoft.com/office/drawing/2014/main" id="{2F058892-65F8-603E-E45A-ADB4A6AD64BC}"/>
                  </a:ext>
                </a:extLst>
              </p:cNvPr>
              <p:cNvSpPr>
                <a:spLocks noChangeAspect="1"/>
              </p:cNvSpPr>
              <p:nvPr/>
            </p:nvSpPr>
            <p:spPr bwMode="auto">
              <a:xfrm>
                <a:off x="8290735" y="270277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45" name="Square">
                <a:extLst>
                  <a:ext uri="{FF2B5EF4-FFF2-40B4-BE49-F238E27FC236}">
                    <a16:creationId xmlns:a16="http://schemas.microsoft.com/office/drawing/2014/main" id="{5E642AF3-5B8F-FFA9-BE20-71C8FD2395BA}"/>
                  </a:ext>
                </a:extLst>
              </p:cNvPr>
              <p:cNvSpPr>
                <a:spLocks noChangeAspect="1"/>
              </p:cNvSpPr>
              <p:nvPr/>
            </p:nvSpPr>
            <p:spPr bwMode="auto">
              <a:xfrm>
                <a:off x="9119418" y="3496923"/>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46" name="Square">
                <a:extLst>
                  <a:ext uri="{FF2B5EF4-FFF2-40B4-BE49-F238E27FC236}">
                    <a16:creationId xmlns:a16="http://schemas.microsoft.com/office/drawing/2014/main" id="{CDE54957-38C3-324D-04C6-8885DE2F5FD6}"/>
                  </a:ext>
                </a:extLst>
              </p:cNvPr>
              <p:cNvSpPr>
                <a:spLocks noChangeAspect="1"/>
              </p:cNvSpPr>
              <p:nvPr/>
            </p:nvSpPr>
            <p:spPr bwMode="auto">
              <a:xfrm>
                <a:off x="9220258" y="335131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47" name="Square">
                <a:extLst>
                  <a:ext uri="{FF2B5EF4-FFF2-40B4-BE49-F238E27FC236}">
                    <a16:creationId xmlns:a16="http://schemas.microsoft.com/office/drawing/2014/main" id="{97A7E162-9B92-D7CA-830F-59BE957D3D97}"/>
                  </a:ext>
                </a:extLst>
              </p:cNvPr>
              <p:cNvSpPr>
                <a:spLocks noChangeAspect="1"/>
              </p:cNvSpPr>
              <p:nvPr/>
            </p:nvSpPr>
            <p:spPr bwMode="auto">
              <a:xfrm>
                <a:off x="9069889" y="31168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48" name="Square">
                <a:extLst>
                  <a:ext uri="{FF2B5EF4-FFF2-40B4-BE49-F238E27FC236}">
                    <a16:creationId xmlns:a16="http://schemas.microsoft.com/office/drawing/2014/main" id="{84B9A1B8-BA19-30EA-5D05-DF818A4A1130}"/>
                  </a:ext>
                </a:extLst>
              </p:cNvPr>
              <p:cNvSpPr>
                <a:spLocks noChangeAspect="1"/>
              </p:cNvSpPr>
              <p:nvPr/>
            </p:nvSpPr>
            <p:spPr bwMode="auto">
              <a:xfrm>
                <a:off x="7037387" y="22729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49" name="Square">
                <a:extLst>
                  <a:ext uri="{FF2B5EF4-FFF2-40B4-BE49-F238E27FC236}">
                    <a16:creationId xmlns:a16="http://schemas.microsoft.com/office/drawing/2014/main" id="{44B6B2BE-382A-AEC1-2838-7E0BFE2C47E6}"/>
                  </a:ext>
                </a:extLst>
              </p:cNvPr>
              <p:cNvSpPr>
                <a:spLocks noChangeAspect="1"/>
              </p:cNvSpPr>
              <p:nvPr/>
            </p:nvSpPr>
            <p:spPr bwMode="auto">
              <a:xfrm>
                <a:off x="8167494" y="30778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grpSp>
        <p:sp>
          <p:nvSpPr>
            <p:cNvPr id="106" name="Square">
              <a:extLst>
                <a:ext uri="{FF2B5EF4-FFF2-40B4-BE49-F238E27FC236}">
                  <a16:creationId xmlns:a16="http://schemas.microsoft.com/office/drawing/2014/main" id="{BE25900A-56C7-D301-2077-9B69464B39E8}"/>
                </a:ext>
              </a:extLst>
            </p:cNvPr>
            <p:cNvSpPr>
              <a:spLocks noChangeAspect="1"/>
            </p:cNvSpPr>
            <p:nvPr/>
          </p:nvSpPr>
          <p:spPr bwMode="auto">
            <a:xfrm>
              <a:off x="10543292" y="4762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grpSp>
    </p:spTree>
    <p:extLst>
      <p:ext uri="{BB962C8B-B14F-4D97-AF65-F5344CB8AC3E}">
        <p14:creationId xmlns:p14="http://schemas.microsoft.com/office/powerpoint/2010/main" val="18343135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oundless Impact">
    <p:bg>
      <p:bgRef idx="1001">
        <a:schemeClr val="bg2"/>
      </p:bgRef>
    </p:bg>
    <p:spTree>
      <p:nvGrpSpPr>
        <p:cNvPr id="1" name=""/>
        <p:cNvGrpSpPr/>
        <p:nvPr/>
      </p:nvGrpSpPr>
      <p:grpSpPr>
        <a:xfrm>
          <a:off x="0" y="0"/>
          <a:ext cx="0" cy="0"/>
          <a:chOff x="0" y="0"/>
          <a:chExt cx="0" cy="0"/>
        </a:xfrm>
      </p:grpSpPr>
      <p:sp>
        <p:nvSpPr>
          <p:cNvPr id="3" name="Rectangle: Rounded Corners 4">
            <a:extLst>
              <a:ext uri="{FF2B5EF4-FFF2-40B4-BE49-F238E27FC236}">
                <a16:creationId xmlns:a16="http://schemas.microsoft.com/office/drawing/2014/main" id="{44A18571-BA59-2444-8AD2-3A332C2E7293}"/>
              </a:ext>
            </a:extLst>
          </p:cNvPr>
          <p:cNvSpPr/>
          <p:nvPr/>
        </p:nvSpPr>
        <p:spPr>
          <a:xfrm>
            <a:off x="0" y="1280160"/>
            <a:ext cx="7189470" cy="3488788"/>
          </a:xfrm>
          <a:prstGeom prst="roundRect">
            <a:avLst>
              <a:gd name="adj" fmla="val 0"/>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lIns="548640" tIns="182880" rtlCol="0" anchor="ctr" anchorCtr="0"/>
          <a:lstStyle/>
          <a:p>
            <a:pPr lvl="0">
              <a:defRPr/>
            </a:pPr>
            <a:r>
              <a:rPr lang="en-US" sz="2000" b="1" dirty="0">
                <a:latin typeface="Aptos Light" panose="020B0004020202020204" pitchFamily="34" charset="0"/>
              </a:rPr>
              <a:t>We transform lives through the power of technology. </a:t>
            </a:r>
          </a:p>
          <a:p>
            <a:pPr lvl="0">
              <a:defRPr/>
            </a:pPr>
            <a:endParaRPr lang="en-US" sz="2000" b="1" dirty="0">
              <a:latin typeface="Aptos Light" panose="020B0004020202020204" pitchFamily="34" charset="0"/>
            </a:endParaRPr>
          </a:p>
          <a:p>
            <a:pPr lvl="0">
              <a:defRPr/>
            </a:pPr>
            <a:r>
              <a:rPr lang="en-US" sz="2000" b="1" dirty="0">
                <a:latin typeface="Aptos Light" panose="020B0004020202020204" pitchFamily="34" charset="0"/>
              </a:rPr>
              <a:t>We do it collaboratively, in partnership with our clients and communities. </a:t>
            </a:r>
          </a:p>
          <a:p>
            <a:pPr lvl="0">
              <a:defRPr/>
            </a:pPr>
            <a:endParaRPr lang="en-US" sz="2000" b="1" dirty="0">
              <a:latin typeface="Aptos Light" panose="020B0004020202020204" pitchFamily="34" charset="0"/>
            </a:endParaRPr>
          </a:p>
          <a:p>
            <a:pPr lvl="0">
              <a:defRPr/>
            </a:pPr>
            <a:r>
              <a:rPr lang="en-US" sz="2000" b="1" dirty="0">
                <a:latin typeface="Aptos Light" panose="020B0004020202020204" pitchFamily="34" charset="0"/>
              </a:rPr>
              <a:t>And we do it sustainably, building enduring, boundless impact.</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grpSp>
        <p:nvGrpSpPr>
          <p:cNvPr id="2" name="Group 1">
            <a:extLst>
              <a:ext uri="{FF2B5EF4-FFF2-40B4-BE49-F238E27FC236}">
                <a16:creationId xmlns:a16="http://schemas.microsoft.com/office/drawing/2014/main" id="{7D8D21BF-8F0E-964C-A7AE-A80D8349B265}"/>
              </a:ext>
            </a:extLst>
          </p:cNvPr>
          <p:cNvGrpSpPr/>
          <p:nvPr/>
        </p:nvGrpSpPr>
        <p:grpSpPr>
          <a:xfrm>
            <a:off x="234660" y="4004750"/>
            <a:ext cx="6377233" cy="389951"/>
            <a:chOff x="234660" y="3540516"/>
            <a:chExt cx="6377233" cy="389951"/>
          </a:xfrm>
        </p:grpSpPr>
        <p:sp>
          <p:nvSpPr>
            <p:cNvPr id="4" name="Rectangle: Rounded Corners 2">
              <a:extLst>
                <a:ext uri="{FF2B5EF4-FFF2-40B4-BE49-F238E27FC236}">
                  <a16:creationId xmlns:a16="http://schemas.microsoft.com/office/drawing/2014/main" id="{D1F04FD5-573C-3440-9424-B9A4AAA92C48}"/>
                </a:ext>
              </a:extLst>
            </p:cNvPr>
            <p:cNvSpPr/>
            <p:nvPr/>
          </p:nvSpPr>
          <p:spPr>
            <a:xfrm>
              <a:off x="234660" y="3540516"/>
              <a:ext cx="1497281"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Customers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sp>
          <p:nvSpPr>
            <p:cNvPr id="5" name="Rectangle: Rounded Corners 8">
              <a:extLst>
                <a:ext uri="{FF2B5EF4-FFF2-40B4-BE49-F238E27FC236}">
                  <a16:creationId xmlns:a16="http://schemas.microsoft.com/office/drawing/2014/main" id="{1F491FC2-AA9D-3843-9CC8-FA217D2FFE73}"/>
                </a:ext>
              </a:extLst>
            </p:cNvPr>
            <p:cNvSpPr/>
            <p:nvPr/>
          </p:nvSpPr>
          <p:spPr>
            <a:xfrm>
              <a:off x="1833890" y="3568702"/>
              <a:ext cx="1497280"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Consumers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sp>
          <p:nvSpPr>
            <p:cNvPr id="6" name="Rectangle: Rounded Corners 9">
              <a:extLst>
                <a:ext uri="{FF2B5EF4-FFF2-40B4-BE49-F238E27FC236}">
                  <a16:creationId xmlns:a16="http://schemas.microsoft.com/office/drawing/2014/main" id="{2581A3A2-45A1-8B45-8F61-741CB0247053}"/>
                </a:ext>
              </a:extLst>
            </p:cNvPr>
            <p:cNvSpPr/>
            <p:nvPr/>
          </p:nvSpPr>
          <p:spPr>
            <a:xfrm>
              <a:off x="3370635" y="3568701"/>
              <a:ext cx="1497279"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Employees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sp>
          <p:nvSpPr>
            <p:cNvPr id="7" name="Rectangle: Rounded Corners 11">
              <a:extLst>
                <a:ext uri="{FF2B5EF4-FFF2-40B4-BE49-F238E27FC236}">
                  <a16:creationId xmlns:a16="http://schemas.microsoft.com/office/drawing/2014/main" id="{586D6AF1-EF91-AC40-8335-17C5301FC94D}"/>
                </a:ext>
              </a:extLst>
            </p:cNvPr>
            <p:cNvSpPr/>
            <p:nvPr/>
          </p:nvSpPr>
          <p:spPr>
            <a:xfrm>
              <a:off x="4907380" y="3568700"/>
              <a:ext cx="1704513"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Communities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cxnSp>
          <p:nvCxnSpPr>
            <p:cNvPr id="8" name="Straight Connector 7">
              <a:extLst>
                <a:ext uri="{FF2B5EF4-FFF2-40B4-BE49-F238E27FC236}">
                  <a16:creationId xmlns:a16="http://schemas.microsoft.com/office/drawing/2014/main" id="{870061C9-1270-C944-A44A-6A8B31081D98}"/>
                </a:ext>
              </a:extLst>
            </p:cNvPr>
            <p:cNvCxnSpPr/>
            <p:nvPr/>
          </p:nvCxnSpPr>
          <p:spPr>
            <a:xfrm>
              <a:off x="1598337"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9" name="Straight Connector 8">
              <a:extLst>
                <a:ext uri="{FF2B5EF4-FFF2-40B4-BE49-F238E27FC236}">
                  <a16:creationId xmlns:a16="http://schemas.microsoft.com/office/drawing/2014/main" id="{FC7B019A-09C6-B04D-AF37-291938490C8E}"/>
                </a:ext>
              </a:extLst>
            </p:cNvPr>
            <p:cNvCxnSpPr/>
            <p:nvPr/>
          </p:nvCxnSpPr>
          <p:spPr>
            <a:xfrm>
              <a:off x="3145783"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10" name="Straight Connector 9">
              <a:extLst>
                <a:ext uri="{FF2B5EF4-FFF2-40B4-BE49-F238E27FC236}">
                  <a16:creationId xmlns:a16="http://schemas.microsoft.com/office/drawing/2014/main" id="{69B59662-ADDE-9347-97E1-46BE8F654601}"/>
                </a:ext>
              </a:extLst>
            </p:cNvPr>
            <p:cNvCxnSpPr/>
            <p:nvPr/>
          </p:nvCxnSpPr>
          <p:spPr>
            <a:xfrm>
              <a:off x="4693229"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grpSp>
      <p:pic>
        <p:nvPicPr>
          <p:cNvPr id="11" name="Picture 10" descr="Qr code&#10;&#10;Description automatically generated">
            <a:extLst>
              <a:ext uri="{FF2B5EF4-FFF2-40B4-BE49-F238E27FC236}">
                <a16:creationId xmlns:a16="http://schemas.microsoft.com/office/drawing/2014/main" id="{9271F48D-275A-3849-ABCD-3640C100CCDD}"/>
              </a:ext>
            </a:extLst>
          </p:cNvPr>
          <p:cNvPicPr>
            <a:picLocks noChangeAspect="1"/>
          </p:cNvPicPr>
          <p:nvPr/>
        </p:nvPicPr>
        <p:blipFill>
          <a:blip r:embed="rId2"/>
          <a:stretch>
            <a:fillRect/>
          </a:stretch>
        </p:blipFill>
        <p:spPr>
          <a:xfrm>
            <a:off x="7849772" y="2789896"/>
            <a:ext cx="3113461" cy="3113461"/>
          </a:xfrm>
          <a:prstGeom prst="rect">
            <a:avLst/>
          </a:prstGeom>
        </p:spPr>
      </p:pic>
      <p:sp>
        <p:nvSpPr>
          <p:cNvPr id="12" name="Title 1">
            <a:extLst>
              <a:ext uri="{FF2B5EF4-FFF2-40B4-BE49-F238E27FC236}">
                <a16:creationId xmlns:a16="http://schemas.microsoft.com/office/drawing/2014/main" id="{13062D16-F0D5-7845-B702-64122E8F9AAF}"/>
              </a:ext>
            </a:extLst>
          </p:cNvPr>
          <p:cNvSpPr txBox="1">
            <a:spLocks/>
          </p:cNvSpPr>
          <p:nvPr/>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dirty="0">
                <a:latin typeface="Aptos Light" panose="020B0004020202020204" pitchFamily="34" charset="0"/>
              </a:rPr>
              <a:t>Together, we build for boundless impact</a:t>
            </a:r>
          </a:p>
        </p:txBody>
      </p:sp>
    </p:spTree>
    <p:extLst>
      <p:ext uri="{BB962C8B-B14F-4D97-AF65-F5344CB8AC3E}">
        <p14:creationId xmlns:p14="http://schemas.microsoft.com/office/powerpoint/2010/main" val="6478889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meline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17620-E0BF-8F22-1ABA-4F56EF9B6DA9}"/>
              </a:ext>
            </a:extLst>
          </p:cNvPr>
          <p:cNvSpPr txBox="1">
            <a:spLocks/>
          </p:cNvSpPr>
          <p:nvPr/>
        </p:nvSpPr>
        <p:spPr>
          <a:xfrm>
            <a:off x="365760" y="365760"/>
            <a:ext cx="4070449"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dirty="0">
                <a:latin typeface="Aptos Light" panose="020B0004020202020204" pitchFamily="34" charset="0"/>
              </a:rPr>
              <a:t>UST’s evolution</a:t>
            </a:r>
          </a:p>
          <a:p>
            <a:r>
              <a:rPr lang="en-US" sz="2400" b="0" dirty="0">
                <a:latin typeface="Aptos Light" panose="020B0004020202020204" pitchFamily="34" charset="0"/>
              </a:rPr>
              <a:t>Digital from day one</a:t>
            </a:r>
          </a:p>
        </p:txBody>
      </p:sp>
      <p:sp>
        <p:nvSpPr>
          <p:cNvPr id="3" name="Rectangle 2">
            <a:extLst>
              <a:ext uri="{FF2B5EF4-FFF2-40B4-BE49-F238E27FC236}">
                <a16:creationId xmlns:a16="http://schemas.microsoft.com/office/drawing/2014/main" id="{55363FAE-37F3-0876-5C85-ACF05B11DAFD}"/>
              </a:ext>
            </a:extLst>
          </p:cNvPr>
          <p:cNvSpPr/>
          <p:nvPr/>
        </p:nvSpPr>
        <p:spPr>
          <a:xfrm>
            <a:off x="5857596" y="-4516"/>
            <a:ext cx="6334403" cy="6176830"/>
          </a:xfrm>
          <a:prstGeom prst="rect">
            <a:avLst/>
          </a:prstGeom>
          <a:solidFill>
            <a:srgbClr val="C2BCBE"/>
          </a:solidFill>
          <a:ln>
            <a:noFill/>
          </a:ln>
        </p:spPr>
        <p:style>
          <a:lnRef idx="0">
            <a:schemeClr val="accent1"/>
          </a:lnRef>
          <a:fillRef idx="1">
            <a:schemeClr val="accent1"/>
          </a:fillRef>
          <a:effectRef idx="0">
            <a:srgbClr val="000000"/>
          </a:effectRef>
          <a:fontRef idx="minor">
            <a:schemeClr val="bg1"/>
          </a:fontRef>
        </p:style>
        <p:txBody>
          <a:bodyPr rtlCol="0" anchor="ctr"/>
          <a:lstStyle/>
          <a:p>
            <a:pPr>
              <a:lnSpc>
                <a:spcPct val="100000"/>
              </a:lnSpc>
            </a:pPr>
            <a:endParaRPr lang="en-US" sz="1800">
              <a:latin typeface="+mn-lt"/>
            </a:endParaRPr>
          </a:p>
        </p:txBody>
      </p:sp>
      <p:sp>
        <p:nvSpPr>
          <p:cNvPr id="4" name="Rectangle 3">
            <a:extLst>
              <a:ext uri="{FF2B5EF4-FFF2-40B4-BE49-F238E27FC236}">
                <a16:creationId xmlns:a16="http://schemas.microsoft.com/office/drawing/2014/main" id="{F162DF3A-D6EB-633C-9C29-DF27EC70580D}"/>
              </a:ext>
            </a:extLst>
          </p:cNvPr>
          <p:cNvSpPr/>
          <p:nvPr/>
        </p:nvSpPr>
        <p:spPr>
          <a:xfrm>
            <a:off x="2432511" y="1455947"/>
            <a:ext cx="3428589" cy="4716367"/>
          </a:xfrm>
          <a:prstGeom prst="rect">
            <a:avLst/>
          </a:prstGeom>
          <a:solidFill>
            <a:srgbClr val="D7E0E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mn-lt"/>
            </a:endParaRPr>
          </a:p>
        </p:txBody>
      </p:sp>
      <p:sp>
        <p:nvSpPr>
          <p:cNvPr id="5" name="Rectangle 4">
            <a:extLst>
              <a:ext uri="{FF2B5EF4-FFF2-40B4-BE49-F238E27FC236}">
                <a16:creationId xmlns:a16="http://schemas.microsoft.com/office/drawing/2014/main" id="{869F25CF-D456-691B-C6C0-EA5B97E7B2F4}"/>
              </a:ext>
            </a:extLst>
          </p:cNvPr>
          <p:cNvSpPr/>
          <p:nvPr/>
        </p:nvSpPr>
        <p:spPr>
          <a:xfrm>
            <a:off x="1" y="2494200"/>
            <a:ext cx="2436483" cy="3678114"/>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mn-lt"/>
            </a:endParaRPr>
          </a:p>
        </p:txBody>
      </p:sp>
      <p:sp>
        <p:nvSpPr>
          <p:cNvPr id="6" name="TextBox 5">
            <a:extLst>
              <a:ext uri="{FF2B5EF4-FFF2-40B4-BE49-F238E27FC236}">
                <a16:creationId xmlns:a16="http://schemas.microsoft.com/office/drawing/2014/main" id="{848AF015-64DB-D590-F478-D4CD1A8062AC}"/>
              </a:ext>
            </a:extLst>
          </p:cNvPr>
          <p:cNvSpPr txBox="1"/>
          <p:nvPr/>
        </p:nvSpPr>
        <p:spPr>
          <a:xfrm>
            <a:off x="365760" y="2851596"/>
            <a:ext cx="1310381" cy="301205"/>
          </a:xfrm>
          <a:prstGeom prst="rect">
            <a:avLst/>
          </a:prstGeom>
          <a:noFill/>
        </p:spPr>
        <p:txBody>
          <a:bodyPr wrap="square" lIns="0" tIns="0" rIns="0" bIns="0" rtlCol="0">
            <a:noAutofit/>
          </a:bodyPr>
          <a:lstStyle/>
          <a:p>
            <a:pPr>
              <a:lnSpc>
                <a:spcPct val="100000"/>
              </a:lnSpc>
              <a:spcBef>
                <a:spcPts val="1200"/>
              </a:spcBef>
              <a:buSzPct val="100000"/>
            </a:pPr>
            <a:r>
              <a:rPr lang="en-US" sz="1800" b="1" dirty="0">
                <a:latin typeface="+mn-lt"/>
              </a:rPr>
              <a:t>1999 – 2005</a:t>
            </a:r>
          </a:p>
        </p:txBody>
      </p:sp>
      <p:sp>
        <p:nvSpPr>
          <p:cNvPr id="7" name="TextBox 6">
            <a:extLst>
              <a:ext uri="{FF2B5EF4-FFF2-40B4-BE49-F238E27FC236}">
                <a16:creationId xmlns:a16="http://schemas.microsoft.com/office/drawing/2014/main" id="{538CB415-F53F-20AD-1148-CED8566F80FA}"/>
              </a:ext>
            </a:extLst>
          </p:cNvPr>
          <p:cNvSpPr txBox="1"/>
          <p:nvPr/>
        </p:nvSpPr>
        <p:spPr>
          <a:xfrm>
            <a:off x="2691415" y="1754474"/>
            <a:ext cx="1310381" cy="301205"/>
          </a:xfrm>
          <a:prstGeom prst="rect">
            <a:avLst/>
          </a:prstGeom>
          <a:noFill/>
        </p:spPr>
        <p:txBody>
          <a:bodyPr wrap="square" lIns="0" tIns="0" rIns="0" bIns="0" rtlCol="0">
            <a:noAutofit/>
          </a:bodyPr>
          <a:lstStyle>
            <a:defPPr>
              <a:defRPr lang="en-US"/>
            </a:defPPr>
            <a:lvl1pPr>
              <a:lnSpc>
                <a:spcPct val="100000"/>
              </a:lnSpc>
              <a:spcBef>
                <a:spcPts val="1200"/>
              </a:spcBef>
              <a:buSzPct val="100000"/>
              <a:defRPr b="1"/>
            </a:lvl1pPr>
          </a:lstStyle>
          <a:p>
            <a:pPr lvl="0"/>
            <a:r>
              <a:rPr lang="en-US" dirty="0">
                <a:latin typeface="+mn-lt"/>
              </a:rPr>
              <a:t>2006 – 2016 </a:t>
            </a:r>
          </a:p>
        </p:txBody>
      </p:sp>
      <p:sp>
        <p:nvSpPr>
          <p:cNvPr id="8" name="TextBox 7">
            <a:extLst>
              <a:ext uri="{FF2B5EF4-FFF2-40B4-BE49-F238E27FC236}">
                <a16:creationId xmlns:a16="http://schemas.microsoft.com/office/drawing/2014/main" id="{F6B8AE08-9A4D-E1DA-6EA0-4279E8E394A5}"/>
              </a:ext>
            </a:extLst>
          </p:cNvPr>
          <p:cNvSpPr txBox="1"/>
          <p:nvPr/>
        </p:nvSpPr>
        <p:spPr>
          <a:xfrm>
            <a:off x="6140158" y="294148"/>
            <a:ext cx="1310381" cy="301205"/>
          </a:xfrm>
          <a:prstGeom prst="rect">
            <a:avLst/>
          </a:prstGeom>
          <a:noFill/>
        </p:spPr>
        <p:txBody>
          <a:bodyPr wrap="square" lIns="0" tIns="0" rIns="0" bIns="0" rtlCol="0">
            <a:noAutofit/>
          </a:bodyPr>
          <a:lstStyle>
            <a:defPPr>
              <a:defRPr lang="en-US"/>
            </a:defPPr>
            <a:lvl1pPr lvl="0">
              <a:lnSpc>
                <a:spcPct val="100000"/>
              </a:lnSpc>
              <a:spcBef>
                <a:spcPts val="1200"/>
              </a:spcBef>
              <a:buSzPct val="100000"/>
              <a:defRPr b="1"/>
            </a:lvl1pPr>
          </a:lstStyle>
          <a:p>
            <a:pPr lvl="0"/>
            <a:r>
              <a:rPr lang="en-US" dirty="0">
                <a:latin typeface="+mn-lt"/>
              </a:rPr>
              <a:t>2017 – 2024</a:t>
            </a:r>
          </a:p>
        </p:txBody>
      </p:sp>
      <p:cxnSp>
        <p:nvCxnSpPr>
          <p:cNvPr id="9" name="Straight Connector 8">
            <a:extLst>
              <a:ext uri="{FF2B5EF4-FFF2-40B4-BE49-F238E27FC236}">
                <a16:creationId xmlns:a16="http://schemas.microsoft.com/office/drawing/2014/main" id="{EB74205A-2DDF-1706-B08E-492DB6259DD6}"/>
              </a:ext>
            </a:extLst>
          </p:cNvPr>
          <p:cNvCxnSpPr>
            <a:cxnSpLocks/>
          </p:cNvCxnSpPr>
          <p:nvPr/>
        </p:nvCxnSpPr>
        <p:spPr>
          <a:xfrm flipV="1">
            <a:off x="7159330" y="2551488"/>
            <a:ext cx="0" cy="63546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10" name="Straight Connector 9">
            <a:extLst>
              <a:ext uri="{FF2B5EF4-FFF2-40B4-BE49-F238E27FC236}">
                <a16:creationId xmlns:a16="http://schemas.microsoft.com/office/drawing/2014/main" id="{8AD1E614-C723-CFC1-97E7-C7CC48927AEF}"/>
              </a:ext>
            </a:extLst>
          </p:cNvPr>
          <p:cNvCxnSpPr>
            <a:cxnSpLocks/>
          </p:cNvCxnSpPr>
          <p:nvPr/>
        </p:nvCxnSpPr>
        <p:spPr>
          <a:xfrm flipV="1">
            <a:off x="6816123" y="2070728"/>
            <a:ext cx="0" cy="43239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Box 10">
            <a:extLst>
              <a:ext uri="{FF2B5EF4-FFF2-40B4-BE49-F238E27FC236}">
                <a16:creationId xmlns:a16="http://schemas.microsoft.com/office/drawing/2014/main" id="{B26632F4-6D5C-242F-DD55-264593A7A1B2}"/>
              </a:ext>
            </a:extLst>
          </p:cNvPr>
          <p:cNvSpPr txBox="1"/>
          <p:nvPr/>
        </p:nvSpPr>
        <p:spPr>
          <a:xfrm>
            <a:off x="3099659" y="3100601"/>
            <a:ext cx="922843"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2009</a:t>
            </a:r>
          </a:p>
          <a:p>
            <a:pPr marL="0" algn="l" defTabSz="914400" rtl="0" eaLnBrk="1" latinLnBrk="0" hangingPunct="1"/>
            <a:r>
              <a:rPr lang="en-US" sz="1000" kern="1200" dirty="0">
                <a:solidFill>
                  <a:schemeClr val="tx1"/>
                </a:solidFill>
                <a:latin typeface="+mn-lt"/>
                <a:ea typeface="+mn-ea"/>
                <a:cs typeface="+mn-cs"/>
              </a:rPr>
              <a:t>Expanded into Latin America</a:t>
            </a:r>
          </a:p>
        </p:txBody>
      </p:sp>
      <p:cxnSp>
        <p:nvCxnSpPr>
          <p:cNvPr id="12" name="Straight Connector 11">
            <a:extLst>
              <a:ext uri="{FF2B5EF4-FFF2-40B4-BE49-F238E27FC236}">
                <a16:creationId xmlns:a16="http://schemas.microsoft.com/office/drawing/2014/main" id="{7607EBDA-987B-309B-8AD1-DD903228C757}"/>
              </a:ext>
            </a:extLst>
          </p:cNvPr>
          <p:cNvCxnSpPr>
            <a:cxnSpLocks/>
          </p:cNvCxnSpPr>
          <p:nvPr/>
        </p:nvCxnSpPr>
        <p:spPr>
          <a:xfrm flipV="1">
            <a:off x="3114161" y="3686512"/>
            <a:ext cx="0" cy="56974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13" name="Straight Connector 12">
            <a:extLst>
              <a:ext uri="{FF2B5EF4-FFF2-40B4-BE49-F238E27FC236}">
                <a16:creationId xmlns:a16="http://schemas.microsoft.com/office/drawing/2014/main" id="{73D22368-7983-435C-F7D0-61E70210C702}"/>
              </a:ext>
            </a:extLst>
          </p:cNvPr>
          <p:cNvCxnSpPr>
            <a:cxnSpLocks/>
          </p:cNvCxnSpPr>
          <p:nvPr/>
        </p:nvCxnSpPr>
        <p:spPr>
          <a:xfrm flipV="1">
            <a:off x="2754226" y="4407093"/>
            <a:ext cx="0" cy="83503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14" name="Straight Connector 13">
            <a:extLst>
              <a:ext uri="{FF2B5EF4-FFF2-40B4-BE49-F238E27FC236}">
                <a16:creationId xmlns:a16="http://schemas.microsoft.com/office/drawing/2014/main" id="{1FE5DE39-F160-13D6-8AAA-60C063FCEC82}"/>
              </a:ext>
            </a:extLst>
          </p:cNvPr>
          <p:cNvCxnSpPr>
            <a:cxnSpLocks/>
          </p:cNvCxnSpPr>
          <p:nvPr/>
        </p:nvCxnSpPr>
        <p:spPr>
          <a:xfrm flipV="1">
            <a:off x="1269913" y="4644000"/>
            <a:ext cx="0" cy="109728"/>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5" name="TextBox 14">
            <a:extLst>
              <a:ext uri="{FF2B5EF4-FFF2-40B4-BE49-F238E27FC236}">
                <a16:creationId xmlns:a16="http://schemas.microsoft.com/office/drawing/2014/main" id="{7133F7AE-31D7-6A42-6A85-A09932497B40}"/>
              </a:ext>
            </a:extLst>
          </p:cNvPr>
          <p:cNvSpPr txBox="1"/>
          <p:nvPr/>
        </p:nvSpPr>
        <p:spPr>
          <a:xfrm>
            <a:off x="2692286" y="5307044"/>
            <a:ext cx="1791608"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n-lt"/>
                <a:ea typeface="+mn-ea"/>
                <a:cs typeface="+mn-cs"/>
              </a:rPr>
              <a:t>2006</a:t>
            </a:r>
            <a:endParaRPr kumimoji="0" lang="en-US" sz="1100" b="1" i="0" u="none" strike="noStrike" kern="1200" cap="none" spc="0" normalizeH="0" baseline="0" noProof="0" dirty="0">
              <a:ln>
                <a:noFill/>
              </a:ln>
              <a:solidFill>
                <a:srgbClr val="231F20"/>
              </a:solidFill>
              <a:effectLst/>
              <a:uLnTx/>
              <a:uFillTx/>
              <a:latin typeface="+mn-lt"/>
              <a:ea typeface="+mn-ea"/>
              <a:cs typeface="+mn-cs"/>
            </a:endParaRPr>
          </a:p>
          <a:p>
            <a:pPr marL="0" algn="l" defTabSz="914400" rtl="0" eaLnBrk="1" latinLnBrk="0" hangingPunct="1"/>
            <a:r>
              <a:rPr lang="en-US" sz="1000" kern="1200" dirty="0">
                <a:solidFill>
                  <a:schemeClr val="tx1"/>
                </a:solidFill>
                <a:latin typeface="+mn-lt"/>
                <a:ea typeface="+mn-ea"/>
                <a:cs typeface="+mn-cs"/>
              </a:rPr>
              <a:t>Opened operations in the UK, expanding its EU footprint</a:t>
            </a:r>
          </a:p>
        </p:txBody>
      </p:sp>
      <p:sp>
        <p:nvSpPr>
          <p:cNvPr id="16" name="TextBox 15">
            <a:extLst>
              <a:ext uri="{FF2B5EF4-FFF2-40B4-BE49-F238E27FC236}">
                <a16:creationId xmlns:a16="http://schemas.microsoft.com/office/drawing/2014/main" id="{B155A24E-E8E1-4FC3-3E99-447C3BAAD09B}"/>
              </a:ext>
            </a:extLst>
          </p:cNvPr>
          <p:cNvSpPr txBox="1"/>
          <p:nvPr/>
        </p:nvSpPr>
        <p:spPr>
          <a:xfrm>
            <a:off x="3493530" y="4889733"/>
            <a:ext cx="1101839"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2013</a:t>
            </a:r>
          </a:p>
          <a:p>
            <a:pPr marL="0" marR="0" lvl="0" indent="0" algn="l" defTabSz="914400" rtl="0" eaLnBrk="1" fontAlgn="auto" latinLnBrk="0" hangingPunct="1">
              <a:lnSpc>
                <a:spcPct val="100000"/>
              </a:lnSpc>
              <a:spcAft>
                <a:spcPts val="200"/>
              </a:spcAft>
              <a:buClrTx/>
              <a:buSzTx/>
              <a:buFontTx/>
              <a:buNone/>
              <a:tabLst/>
              <a:defRPr/>
            </a:pPr>
            <a:r>
              <a:rPr lang="en-US" sz="1000" kern="1200" dirty="0">
                <a:solidFill>
                  <a:schemeClr val="tx1"/>
                </a:solidFill>
                <a:latin typeface="+mn-lt"/>
                <a:ea typeface="+mn-ea"/>
                <a:cs typeface="+mn-cs"/>
              </a:rPr>
              <a:t>10,000 employees</a:t>
            </a:r>
          </a:p>
        </p:txBody>
      </p:sp>
      <p:sp>
        <p:nvSpPr>
          <p:cNvPr id="17" name="TextBox 16">
            <a:extLst>
              <a:ext uri="{FF2B5EF4-FFF2-40B4-BE49-F238E27FC236}">
                <a16:creationId xmlns:a16="http://schemas.microsoft.com/office/drawing/2014/main" id="{BED451D2-5A01-A88F-5065-7DB88EF3C883}"/>
              </a:ext>
            </a:extLst>
          </p:cNvPr>
          <p:cNvSpPr txBox="1"/>
          <p:nvPr/>
        </p:nvSpPr>
        <p:spPr>
          <a:xfrm>
            <a:off x="6743187" y="1505021"/>
            <a:ext cx="1020250"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2018</a:t>
            </a:r>
          </a:p>
          <a:p>
            <a:r>
              <a:rPr lang="en-US" sz="1000" b="0" dirty="0">
                <a:solidFill>
                  <a:srgbClr val="231F20"/>
                </a:solidFill>
                <a:latin typeface="+mn-lt"/>
              </a:rPr>
              <a:t>Temasek invested $250M</a:t>
            </a:r>
          </a:p>
        </p:txBody>
      </p:sp>
      <p:sp>
        <p:nvSpPr>
          <p:cNvPr id="18" name="TextBox 17">
            <a:extLst>
              <a:ext uri="{FF2B5EF4-FFF2-40B4-BE49-F238E27FC236}">
                <a16:creationId xmlns:a16="http://schemas.microsoft.com/office/drawing/2014/main" id="{992ED23B-CB4F-563F-1ED7-5B8074464828}"/>
              </a:ext>
            </a:extLst>
          </p:cNvPr>
          <p:cNvSpPr txBox="1"/>
          <p:nvPr/>
        </p:nvSpPr>
        <p:spPr>
          <a:xfrm>
            <a:off x="7086757" y="3268379"/>
            <a:ext cx="1007381"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2018</a:t>
            </a:r>
          </a:p>
          <a:p>
            <a:r>
              <a:rPr lang="en-US" sz="1000" dirty="0">
                <a:latin typeface="+mn-lt"/>
              </a:rPr>
              <a:t>Reached 20,000 employees</a:t>
            </a:r>
          </a:p>
        </p:txBody>
      </p:sp>
      <p:sp>
        <p:nvSpPr>
          <p:cNvPr id="19" name="TextBox 18">
            <a:extLst>
              <a:ext uri="{FF2B5EF4-FFF2-40B4-BE49-F238E27FC236}">
                <a16:creationId xmlns:a16="http://schemas.microsoft.com/office/drawing/2014/main" id="{408B891A-8C52-9F2D-EA87-94182AEB3A60}"/>
              </a:ext>
            </a:extLst>
          </p:cNvPr>
          <p:cNvSpPr txBox="1"/>
          <p:nvPr/>
        </p:nvSpPr>
        <p:spPr>
          <a:xfrm>
            <a:off x="4015037" y="2628019"/>
            <a:ext cx="951631"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2013</a:t>
            </a:r>
          </a:p>
          <a:p>
            <a:pPr marL="0" algn="l" defTabSz="914400" rtl="0" eaLnBrk="1" latinLnBrk="0" hangingPunct="1"/>
            <a:r>
              <a:rPr lang="en-US" sz="1000" kern="1200" dirty="0">
                <a:solidFill>
                  <a:schemeClr val="tx1"/>
                </a:solidFill>
                <a:latin typeface="+mn-lt"/>
                <a:ea typeface="+mn-ea"/>
                <a:cs typeface="+mn-cs"/>
              </a:rPr>
              <a:t>Launched Step IT Up America</a:t>
            </a:r>
          </a:p>
        </p:txBody>
      </p:sp>
      <p:sp>
        <p:nvSpPr>
          <p:cNvPr id="20" name="Freeform 9">
            <a:extLst>
              <a:ext uri="{FF2B5EF4-FFF2-40B4-BE49-F238E27FC236}">
                <a16:creationId xmlns:a16="http://schemas.microsoft.com/office/drawing/2014/main" id="{35739F0F-848D-C638-2C52-A50AAC12B682}"/>
              </a:ext>
            </a:extLst>
          </p:cNvPr>
          <p:cNvSpPr/>
          <p:nvPr/>
        </p:nvSpPr>
        <p:spPr>
          <a:xfrm>
            <a:off x="382867" y="557421"/>
            <a:ext cx="11431905" cy="4313979"/>
          </a:xfrm>
          <a:custGeom>
            <a:avLst/>
            <a:gdLst>
              <a:gd name="connsiteX0" fmla="*/ 0 w 6256421"/>
              <a:gd name="connsiteY0" fmla="*/ 3850105 h 3850105"/>
              <a:gd name="connsiteX1" fmla="*/ 613611 w 6256421"/>
              <a:gd name="connsiteY1" fmla="*/ 3272590 h 3850105"/>
              <a:gd name="connsiteX2" fmla="*/ 1732548 w 6256421"/>
              <a:gd name="connsiteY2" fmla="*/ 3164305 h 3850105"/>
              <a:gd name="connsiteX3" fmla="*/ 2598821 w 6256421"/>
              <a:gd name="connsiteY3" fmla="*/ 2334126 h 3850105"/>
              <a:gd name="connsiteX4" fmla="*/ 4535906 w 6256421"/>
              <a:gd name="connsiteY4" fmla="*/ 1876926 h 3850105"/>
              <a:gd name="connsiteX5" fmla="*/ 4860758 w 6256421"/>
              <a:gd name="connsiteY5" fmla="*/ 938463 h 3850105"/>
              <a:gd name="connsiteX6" fmla="*/ 6256421 w 6256421"/>
              <a:gd name="connsiteY6" fmla="*/ 0 h 3850105"/>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083869 w 7430542"/>
              <a:gd name="connsiteY6" fmla="*/ 613187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626523 w 7430542"/>
              <a:gd name="connsiteY6" fmla="*/ 726730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6626523 w 7430542"/>
              <a:gd name="connsiteY7" fmla="*/ 726730 h 4126142"/>
              <a:gd name="connsiteX8" fmla="*/ 7430542 w 7430542"/>
              <a:gd name="connsiteY8"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743540 w 7430542"/>
              <a:gd name="connsiteY7" fmla="*/ 96992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20808 w 7430542"/>
              <a:gd name="connsiteY7" fmla="*/ 1089174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1045020 w 7430542"/>
              <a:gd name="connsiteY1" fmla="*/ 3365772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56298"/>
              <a:gd name="connsiteY0" fmla="*/ 3831986 h 3831986"/>
              <a:gd name="connsiteX1" fmla="*/ 1070776 w 7456298"/>
              <a:gd name="connsiteY1" fmla="*/ 3365772 h 3831986"/>
              <a:gd name="connsiteX2" fmla="*/ 2105921 w 7456298"/>
              <a:gd name="connsiteY2" fmla="*/ 3227540 h 3831986"/>
              <a:gd name="connsiteX3" fmla="*/ 3075739 w 7456298"/>
              <a:gd name="connsiteY3" fmla="*/ 2414386 h 3831986"/>
              <a:gd name="connsiteX4" fmla="*/ 4199252 w 7456298"/>
              <a:gd name="connsiteY4" fmla="*/ 2101891 h 3831986"/>
              <a:gd name="connsiteX5" fmla="*/ 4886514 w 7456298"/>
              <a:gd name="connsiteY5" fmla="*/ 1214500 h 3831986"/>
              <a:gd name="connsiteX6" fmla="*/ 5817988 w 7456298"/>
              <a:gd name="connsiteY6" fmla="*/ 1042218 h 3831986"/>
              <a:gd name="connsiteX7" fmla="*/ 5827248 w 7456298"/>
              <a:gd name="connsiteY7" fmla="*/ 1041472 h 3831986"/>
              <a:gd name="connsiteX8" fmla="*/ 6652279 w 7456298"/>
              <a:gd name="connsiteY8" fmla="*/ 726730 h 3831986"/>
              <a:gd name="connsiteX9" fmla="*/ 7456298 w 7456298"/>
              <a:gd name="connsiteY9" fmla="*/ 0 h 3831986"/>
              <a:gd name="connsiteX0" fmla="*/ 0 w 7932779"/>
              <a:gd name="connsiteY0" fmla="*/ 4157943 h 4157943"/>
              <a:gd name="connsiteX1" fmla="*/ 1070776 w 7932779"/>
              <a:gd name="connsiteY1" fmla="*/ 3691729 h 4157943"/>
              <a:gd name="connsiteX2" fmla="*/ 2105921 w 7932779"/>
              <a:gd name="connsiteY2" fmla="*/ 3553497 h 4157943"/>
              <a:gd name="connsiteX3" fmla="*/ 3075739 w 7932779"/>
              <a:gd name="connsiteY3" fmla="*/ 2740343 h 4157943"/>
              <a:gd name="connsiteX4" fmla="*/ 4199252 w 7932779"/>
              <a:gd name="connsiteY4" fmla="*/ 2427848 h 4157943"/>
              <a:gd name="connsiteX5" fmla="*/ 4886514 w 7932779"/>
              <a:gd name="connsiteY5" fmla="*/ 1540457 h 4157943"/>
              <a:gd name="connsiteX6" fmla="*/ 5817988 w 7932779"/>
              <a:gd name="connsiteY6" fmla="*/ 1368175 h 4157943"/>
              <a:gd name="connsiteX7" fmla="*/ 5827248 w 7932779"/>
              <a:gd name="connsiteY7" fmla="*/ 1367429 h 4157943"/>
              <a:gd name="connsiteX8" fmla="*/ 6652279 w 7932779"/>
              <a:gd name="connsiteY8" fmla="*/ 1052687 h 4157943"/>
              <a:gd name="connsiteX9" fmla="*/ 7932779 w 7932779"/>
              <a:gd name="connsiteY9" fmla="*/ 0 h 4157943"/>
              <a:gd name="connsiteX0" fmla="*/ 0 w 7620753"/>
              <a:gd name="connsiteY0" fmla="*/ 4029524 h 4029524"/>
              <a:gd name="connsiteX1" fmla="*/ 1070776 w 7620753"/>
              <a:gd name="connsiteY1" fmla="*/ 3563310 h 4029524"/>
              <a:gd name="connsiteX2" fmla="*/ 2105921 w 7620753"/>
              <a:gd name="connsiteY2" fmla="*/ 3425078 h 4029524"/>
              <a:gd name="connsiteX3" fmla="*/ 3075739 w 7620753"/>
              <a:gd name="connsiteY3" fmla="*/ 2611924 h 4029524"/>
              <a:gd name="connsiteX4" fmla="*/ 4199252 w 7620753"/>
              <a:gd name="connsiteY4" fmla="*/ 2299429 h 4029524"/>
              <a:gd name="connsiteX5" fmla="*/ 4886514 w 7620753"/>
              <a:gd name="connsiteY5" fmla="*/ 1412038 h 4029524"/>
              <a:gd name="connsiteX6" fmla="*/ 5817988 w 7620753"/>
              <a:gd name="connsiteY6" fmla="*/ 1239756 h 4029524"/>
              <a:gd name="connsiteX7" fmla="*/ 5827248 w 7620753"/>
              <a:gd name="connsiteY7" fmla="*/ 1239010 h 4029524"/>
              <a:gd name="connsiteX8" fmla="*/ 6652279 w 7620753"/>
              <a:gd name="connsiteY8" fmla="*/ 924268 h 4029524"/>
              <a:gd name="connsiteX9" fmla="*/ 7620753 w 7620753"/>
              <a:gd name="connsiteY9" fmla="*/ 0 h 4029524"/>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8943146 w 8943146"/>
              <a:gd name="connsiteY9"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943146 w 8943146"/>
              <a:gd name="connsiteY10"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846859 w 8943146"/>
              <a:gd name="connsiteY9" fmla="*/ 1202808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181173 w 8943146"/>
              <a:gd name="connsiteY10" fmla="*/ 881759 h 5102743"/>
              <a:gd name="connsiteX11" fmla="*/ 8943146 w 8943146"/>
              <a:gd name="connsiteY11" fmla="*/ 0 h 5102743"/>
              <a:gd name="connsiteX0" fmla="*/ 0 w 8690553"/>
              <a:gd name="connsiteY0" fmla="*/ 4800040 h 4800040"/>
              <a:gd name="connsiteX1" fmla="*/ 1070776 w 8690553"/>
              <a:gd name="connsiteY1" fmla="*/ 4333826 h 4800040"/>
              <a:gd name="connsiteX2" fmla="*/ 2105921 w 8690553"/>
              <a:gd name="connsiteY2" fmla="*/ 4195594 h 4800040"/>
              <a:gd name="connsiteX3" fmla="*/ 3075739 w 8690553"/>
              <a:gd name="connsiteY3" fmla="*/ 3382440 h 4800040"/>
              <a:gd name="connsiteX4" fmla="*/ 4199252 w 8690553"/>
              <a:gd name="connsiteY4" fmla="*/ 3069945 h 4800040"/>
              <a:gd name="connsiteX5" fmla="*/ 4886514 w 8690553"/>
              <a:gd name="connsiteY5" fmla="*/ 2182554 h 4800040"/>
              <a:gd name="connsiteX6" fmla="*/ 5817988 w 8690553"/>
              <a:gd name="connsiteY6" fmla="*/ 2010272 h 4800040"/>
              <a:gd name="connsiteX7" fmla="*/ 5827248 w 8690553"/>
              <a:gd name="connsiteY7" fmla="*/ 2009526 h 4800040"/>
              <a:gd name="connsiteX8" fmla="*/ 6652279 w 8690553"/>
              <a:gd name="connsiteY8" fmla="*/ 1694784 h 4800040"/>
              <a:gd name="connsiteX9" fmla="*/ 7601696 w 8690553"/>
              <a:gd name="connsiteY9" fmla="*/ 1111080 h 4800040"/>
              <a:gd name="connsiteX10" fmla="*/ 8181173 w 8690553"/>
              <a:gd name="connsiteY10" fmla="*/ 579056 h 4800040"/>
              <a:gd name="connsiteX11" fmla="*/ 8690553 w 8690553"/>
              <a:gd name="connsiteY11" fmla="*/ 0 h 480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690553" h="4800040">
                <a:moveTo>
                  <a:pt x="0" y="4800040"/>
                </a:moveTo>
                <a:lnTo>
                  <a:pt x="1070776" y="4333826"/>
                </a:lnTo>
                <a:lnTo>
                  <a:pt x="2105921" y="4195594"/>
                </a:lnTo>
                <a:lnTo>
                  <a:pt x="3075739" y="3382440"/>
                </a:lnTo>
                <a:lnTo>
                  <a:pt x="4199252" y="3069945"/>
                </a:lnTo>
                <a:lnTo>
                  <a:pt x="4886514" y="2182554"/>
                </a:lnTo>
                <a:lnTo>
                  <a:pt x="5817988" y="2010272"/>
                </a:lnTo>
                <a:lnTo>
                  <a:pt x="5827248" y="2009526"/>
                </a:lnTo>
                <a:lnTo>
                  <a:pt x="6652279" y="1694784"/>
                </a:lnTo>
                <a:cubicBezTo>
                  <a:pt x="6969070" y="1485420"/>
                  <a:pt x="7219885" y="1443994"/>
                  <a:pt x="7601696" y="1111080"/>
                </a:cubicBezTo>
                <a:lnTo>
                  <a:pt x="8181173" y="579056"/>
                </a:lnTo>
                <a:lnTo>
                  <a:pt x="8690553" y="0"/>
                </a:lnTo>
              </a:path>
            </a:pathLst>
          </a:cu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456938" rtl="0" eaLnBrk="1" latinLnBrk="0" hangingPunct="1">
              <a:defRPr sz="1800" kern="1200">
                <a:solidFill>
                  <a:schemeClr val="tx1"/>
                </a:solidFill>
                <a:latin typeface="+mn-lt"/>
                <a:ea typeface="+mn-ea"/>
                <a:cs typeface="+mn-cs"/>
              </a:defRPr>
            </a:lvl1pPr>
            <a:lvl2pPr marL="456938" algn="l" defTabSz="456938" rtl="0" eaLnBrk="1" latinLnBrk="0" hangingPunct="1">
              <a:defRPr sz="1800" kern="1200">
                <a:solidFill>
                  <a:schemeClr val="tx1"/>
                </a:solidFill>
                <a:latin typeface="+mn-lt"/>
                <a:ea typeface="+mn-ea"/>
                <a:cs typeface="+mn-cs"/>
              </a:defRPr>
            </a:lvl2pPr>
            <a:lvl3pPr marL="913877" algn="l" defTabSz="456938" rtl="0" eaLnBrk="1" latinLnBrk="0" hangingPunct="1">
              <a:defRPr sz="1800" kern="1200">
                <a:solidFill>
                  <a:schemeClr val="tx1"/>
                </a:solidFill>
                <a:latin typeface="+mn-lt"/>
                <a:ea typeface="+mn-ea"/>
                <a:cs typeface="+mn-cs"/>
              </a:defRPr>
            </a:lvl3pPr>
            <a:lvl4pPr marL="1370814" algn="l" defTabSz="456938" rtl="0" eaLnBrk="1" latinLnBrk="0" hangingPunct="1">
              <a:defRPr sz="1800" kern="1200">
                <a:solidFill>
                  <a:schemeClr val="tx1"/>
                </a:solidFill>
                <a:latin typeface="+mn-lt"/>
                <a:ea typeface="+mn-ea"/>
                <a:cs typeface="+mn-cs"/>
              </a:defRPr>
            </a:lvl4pPr>
            <a:lvl5pPr marL="1827752" algn="l" defTabSz="456938" rtl="0" eaLnBrk="1" latinLnBrk="0" hangingPunct="1">
              <a:defRPr sz="1800" kern="1200">
                <a:solidFill>
                  <a:schemeClr val="tx1"/>
                </a:solidFill>
                <a:latin typeface="+mn-lt"/>
                <a:ea typeface="+mn-ea"/>
                <a:cs typeface="+mn-cs"/>
              </a:defRPr>
            </a:lvl5pPr>
            <a:lvl6pPr marL="2284689" algn="l" defTabSz="456938" rtl="0" eaLnBrk="1" latinLnBrk="0" hangingPunct="1">
              <a:defRPr sz="1800" kern="1200">
                <a:solidFill>
                  <a:schemeClr val="tx1"/>
                </a:solidFill>
                <a:latin typeface="+mn-lt"/>
                <a:ea typeface="+mn-ea"/>
                <a:cs typeface="+mn-cs"/>
              </a:defRPr>
            </a:lvl6pPr>
            <a:lvl7pPr marL="2741627" algn="l" defTabSz="456938" rtl="0" eaLnBrk="1" latinLnBrk="0" hangingPunct="1">
              <a:defRPr sz="1800" kern="1200">
                <a:solidFill>
                  <a:schemeClr val="tx1"/>
                </a:solidFill>
                <a:latin typeface="+mn-lt"/>
                <a:ea typeface="+mn-ea"/>
                <a:cs typeface="+mn-cs"/>
              </a:defRPr>
            </a:lvl7pPr>
            <a:lvl8pPr marL="3198563" algn="l" defTabSz="456938" rtl="0" eaLnBrk="1" latinLnBrk="0" hangingPunct="1">
              <a:defRPr sz="1800" kern="1200">
                <a:solidFill>
                  <a:schemeClr val="tx1"/>
                </a:solidFill>
                <a:latin typeface="+mn-lt"/>
                <a:ea typeface="+mn-ea"/>
                <a:cs typeface="+mn-cs"/>
              </a:defRPr>
            </a:lvl8pPr>
            <a:lvl9pPr marL="3655499" algn="l" defTabSz="456938" rtl="0" eaLnBrk="1" latinLnBrk="0" hangingPunct="1">
              <a:defRPr sz="1800" kern="1200">
                <a:solidFill>
                  <a:schemeClr val="tx1"/>
                </a:solidFill>
                <a:latin typeface="+mn-lt"/>
                <a:ea typeface="+mn-ea"/>
                <a:cs typeface="+mn-cs"/>
              </a:defRPr>
            </a:lvl9pPr>
          </a:lstStyle>
          <a:p>
            <a:pPr marL="0" marR="0" lvl="0" indent="0" algn="ctr" defTabSz="456938" rtl="0" eaLnBrk="1" fontAlgn="auto" latinLnBrk="0" hangingPunct="1">
              <a:lnSpc>
                <a:spcPct val="100000"/>
              </a:lnSpc>
              <a:spcAft>
                <a:spcPts val="200"/>
              </a:spcAft>
              <a:buClrTx/>
              <a:buSzTx/>
              <a:buFontTx/>
              <a:buNone/>
              <a:tabLst/>
              <a:defRPr/>
            </a:pPr>
            <a:endParaRPr kumimoji="0" lang="en-US" sz="1400" b="0" i="0" u="none" strike="noStrike" kern="1200" cap="none" spc="0" normalizeH="0" baseline="0" noProof="0">
              <a:ln>
                <a:noFill/>
              </a:ln>
              <a:solidFill>
                <a:srgbClr val="525252"/>
              </a:solidFill>
              <a:effectLst/>
              <a:uLnTx/>
              <a:uFillTx/>
              <a:latin typeface="+mn-lt"/>
              <a:ea typeface="+mn-ea"/>
              <a:cs typeface="+mn-cs"/>
            </a:endParaRPr>
          </a:p>
        </p:txBody>
      </p:sp>
      <p:sp>
        <p:nvSpPr>
          <p:cNvPr id="21" name="TextBox 20">
            <a:extLst>
              <a:ext uri="{FF2B5EF4-FFF2-40B4-BE49-F238E27FC236}">
                <a16:creationId xmlns:a16="http://schemas.microsoft.com/office/drawing/2014/main" id="{6F10BADF-2BD5-5943-7C90-63BF4B316946}"/>
              </a:ext>
            </a:extLst>
          </p:cNvPr>
          <p:cNvSpPr txBox="1"/>
          <p:nvPr/>
        </p:nvSpPr>
        <p:spPr>
          <a:xfrm>
            <a:off x="9539144" y="537668"/>
            <a:ext cx="1432188" cy="6565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2021</a:t>
            </a:r>
          </a:p>
          <a:p>
            <a:pPr lvl="0">
              <a:spcAft>
                <a:spcPts val="200"/>
              </a:spcAft>
              <a:defRPr/>
            </a:pPr>
            <a:r>
              <a:rPr lang="en-US" sz="1000" dirty="0">
                <a:latin typeface="+mn-lt"/>
              </a:rPr>
              <a:t>Certified “Top Employer of the year” in US, UK and Spain</a:t>
            </a:r>
            <a:endParaRPr kumimoji="0" lang="en-US" sz="900" b="1" i="0" u="none" strike="noStrike" kern="1200" cap="none" spc="0" normalizeH="0" baseline="0" noProof="0" dirty="0">
              <a:ln>
                <a:noFill/>
              </a:ln>
              <a:effectLst/>
              <a:uLnTx/>
              <a:uFillTx/>
              <a:latin typeface="+mn-lt"/>
              <a:ea typeface="+mn-ea"/>
              <a:cs typeface="+mn-cs"/>
            </a:endParaRPr>
          </a:p>
        </p:txBody>
      </p:sp>
      <p:sp>
        <p:nvSpPr>
          <p:cNvPr id="22" name="Rectangle 21">
            <a:extLst>
              <a:ext uri="{FF2B5EF4-FFF2-40B4-BE49-F238E27FC236}">
                <a16:creationId xmlns:a16="http://schemas.microsoft.com/office/drawing/2014/main" id="{76990FEA-0B28-96F6-7091-EDB9BC5468A6}"/>
              </a:ext>
            </a:extLst>
          </p:cNvPr>
          <p:cNvSpPr/>
          <p:nvPr/>
        </p:nvSpPr>
        <p:spPr>
          <a:xfrm>
            <a:off x="1204267" y="4497460"/>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23" name="Rectangle 22">
            <a:extLst>
              <a:ext uri="{FF2B5EF4-FFF2-40B4-BE49-F238E27FC236}">
                <a16:creationId xmlns:a16="http://schemas.microsoft.com/office/drawing/2014/main" id="{61E76959-258E-B08B-5209-20F1FAFD5F45}"/>
              </a:ext>
            </a:extLst>
          </p:cNvPr>
          <p:cNvSpPr/>
          <p:nvPr/>
        </p:nvSpPr>
        <p:spPr>
          <a:xfrm>
            <a:off x="2681653" y="4294608"/>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24" name="Rectangle 23">
            <a:extLst>
              <a:ext uri="{FF2B5EF4-FFF2-40B4-BE49-F238E27FC236}">
                <a16:creationId xmlns:a16="http://schemas.microsoft.com/office/drawing/2014/main" id="{0976AA7A-AABF-C3D7-0522-BA723DCFF597}"/>
              </a:ext>
            </a:extLst>
          </p:cNvPr>
          <p:cNvSpPr/>
          <p:nvPr/>
        </p:nvSpPr>
        <p:spPr>
          <a:xfrm>
            <a:off x="3041588" y="4254909"/>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25" name="Rectangle 24">
            <a:extLst>
              <a:ext uri="{FF2B5EF4-FFF2-40B4-BE49-F238E27FC236}">
                <a16:creationId xmlns:a16="http://schemas.microsoft.com/office/drawing/2014/main" id="{E0A9151A-FD4A-31FD-D99C-B0BF1404B9B3}"/>
              </a:ext>
            </a:extLst>
          </p:cNvPr>
          <p:cNvSpPr/>
          <p:nvPr/>
        </p:nvSpPr>
        <p:spPr>
          <a:xfrm>
            <a:off x="6743187" y="2468685"/>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26" name="Rectangle 25">
            <a:extLst>
              <a:ext uri="{FF2B5EF4-FFF2-40B4-BE49-F238E27FC236}">
                <a16:creationId xmlns:a16="http://schemas.microsoft.com/office/drawing/2014/main" id="{972433DC-339D-55D4-5A79-6AEEE2F17E7C}"/>
              </a:ext>
            </a:extLst>
          </p:cNvPr>
          <p:cNvSpPr/>
          <p:nvPr/>
        </p:nvSpPr>
        <p:spPr>
          <a:xfrm>
            <a:off x="7086757" y="2406344"/>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27" name="TextBox 26">
            <a:extLst>
              <a:ext uri="{FF2B5EF4-FFF2-40B4-BE49-F238E27FC236}">
                <a16:creationId xmlns:a16="http://schemas.microsoft.com/office/drawing/2014/main" id="{54BE903B-ACDE-E386-8696-C47A285B5947}"/>
              </a:ext>
            </a:extLst>
          </p:cNvPr>
          <p:cNvSpPr txBox="1"/>
          <p:nvPr/>
        </p:nvSpPr>
        <p:spPr>
          <a:xfrm>
            <a:off x="1225533" y="4809691"/>
            <a:ext cx="1058332"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n-lt"/>
                <a:ea typeface="+mn-ea"/>
                <a:cs typeface="+mn-cs"/>
              </a:rPr>
              <a:t>2002</a:t>
            </a:r>
          </a:p>
          <a:p>
            <a:r>
              <a:rPr lang="en-US" sz="1000" dirty="0">
                <a:latin typeface="+mn-lt"/>
              </a:rPr>
              <a:t>Launched UST’s Colors Program</a:t>
            </a:r>
          </a:p>
        </p:txBody>
      </p:sp>
      <p:grpSp>
        <p:nvGrpSpPr>
          <p:cNvPr id="28" name="Group 27">
            <a:extLst>
              <a:ext uri="{FF2B5EF4-FFF2-40B4-BE49-F238E27FC236}">
                <a16:creationId xmlns:a16="http://schemas.microsoft.com/office/drawing/2014/main" id="{6C99D5D3-4663-06BE-5567-58B2E571D4D7}"/>
              </a:ext>
            </a:extLst>
          </p:cNvPr>
          <p:cNvGrpSpPr/>
          <p:nvPr/>
        </p:nvGrpSpPr>
        <p:grpSpPr>
          <a:xfrm>
            <a:off x="10202275" y="4864524"/>
            <a:ext cx="1801302" cy="1141537"/>
            <a:chOff x="10086044" y="4843757"/>
            <a:chExt cx="1801302" cy="1141537"/>
          </a:xfrm>
        </p:grpSpPr>
        <p:sp>
          <p:nvSpPr>
            <p:cNvPr id="29" name="Rectangle 28">
              <a:extLst>
                <a:ext uri="{FF2B5EF4-FFF2-40B4-BE49-F238E27FC236}">
                  <a16:creationId xmlns:a16="http://schemas.microsoft.com/office/drawing/2014/main" id="{BB5C17E4-3A21-29CC-603D-4BACC517434B}"/>
                </a:ext>
              </a:extLst>
            </p:cNvPr>
            <p:cNvSpPr/>
            <p:nvPr/>
          </p:nvSpPr>
          <p:spPr>
            <a:xfrm>
              <a:off x="10086044" y="4843757"/>
              <a:ext cx="1801302" cy="1141537"/>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800">
                <a:latin typeface="+mn-lt"/>
              </a:endParaRPr>
            </a:p>
          </p:txBody>
        </p:sp>
        <p:grpSp>
          <p:nvGrpSpPr>
            <p:cNvPr id="30" name="Group 29">
              <a:extLst>
                <a:ext uri="{FF2B5EF4-FFF2-40B4-BE49-F238E27FC236}">
                  <a16:creationId xmlns:a16="http://schemas.microsoft.com/office/drawing/2014/main" id="{31BB73F9-9174-912D-E880-CFEEA519CDE3}"/>
                </a:ext>
              </a:extLst>
            </p:cNvPr>
            <p:cNvGrpSpPr/>
            <p:nvPr/>
          </p:nvGrpSpPr>
          <p:grpSpPr>
            <a:xfrm>
              <a:off x="10299557" y="5015198"/>
              <a:ext cx="1376943" cy="190821"/>
              <a:chOff x="10377348" y="4992493"/>
              <a:chExt cx="1376943" cy="190821"/>
            </a:xfrm>
          </p:grpSpPr>
          <p:sp>
            <p:nvSpPr>
              <p:cNvPr id="40" name="TextBox 39">
                <a:extLst>
                  <a:ext uri="{FF2B5EF4-FFF2-40B4-BE49-F238E27FC236}">
                    <a16:creationId xmlns:a16="http://schemas.microsoft.com/office/drawing/2014/main" id="{043EA049-020E-966E-290B-67BDD4710BC0}"/>
                  </a:ext>
                </a:extLst>
              </p:cNvPr>
              <p:cNvSpPr txBox="1"/>
              <p:nvPr/>
            </p:nvSpPr>
            <p:spPr>
              <a:xfrm>
                <a:off x="10540817" y="4992493"/>
                <a:ext cx="121347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Corporate milestones</a:t>
                </a:r>
                <a:endParaRPr kumimoji="0" lang="en-IN" sz="1000" b="0" i="0" u="none" strike="noStrike" kern="1200" cap="none" spc="0" normalizeH="0" baseline="0" noProof="0" dirty="0">
                  <a:ln>
                    <a:noFill/>
                  </a:ln>
                  <a:solidFill>
                    <a:srgbClr val="E7E6E6">
                      <a:lumMod val="10000"/>
                    </a:srgbClr>
                  </a:solidFill>
                  <a:effectLst/>
                  <a:uLnTx/>
                  <a:uFillTx/>
                  <a:latin typeface="+mn-lt"/>
                  <a:ea typeface="+mn-ea"/>
                  <a:cs typeface="+mn-cs"/>
                </a:endParaRPr>
              </a:p>
            </p:txBody>
          </p:sp>
          <p:sp>
            <p:nvSpPr>
              <p:cNvPr id="41" name="Rectangle 40">
                <a:extLst>
                  <a:ext uri="{FF2B5EF4-FFF2-40B4-BE49-F238E27FC236}">
                    <a16:creationId xmlns:a16="http://schemas.microsoft.com/office/drawing/2014/main" id="{6AAC0D76-719E-1D7A-19D8-6D883C9B3A2B}"/>
                  </a:ext>
                </a:extLst>
              </p:cNvPr>
              <p:cNvSpPr/>
              <p:nvPr/>
            </p:nvSpPr>
            <p:spPr>
              <a:xfrm>
                <a:off x="10377348" y="5037611"/>
                <a:ext cx="100584" cy="100584"/>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31" name="Group 30">
              <a:extLst>
                <a:ext uri="{FF2B5EF4-FFF2-40B4-BE49-F238E27FC236}">
                  <a16:creationId xmlns:a16="http://schemas.microsoft.com/office/drawing/2014/main" id="{1BD2D279-36FD-9999-AEEE-5EFAD8B1A26E}"/>
                </a:ext>
              </a:extLst>
            </p:cNvPr>
            <p:cNvGrpSpPr/>
            <p:nvPr/>
          </p:nvGrpSpPr>
          <p:grpSpPr>
            <a:xfrm>
              <a:off x="10299557" y="5223595"/>
              <a:ext cx="655591" cy="190821"/>
              <a:chOff x="10377348" y="5265668"/>
              <a:chExt cx="655591" cy="190821"/>
            </a:xfrm>
          </p:grpSpPr>
          <p:sp>
            <p:nvSpPr>
              <p:cNvPr id="38" name="TextBox 37">
                <a:extLst>
                  <a:ext uri="{FF2B5EF4-FFF2-40B4-BE49-F238E27FC236}">
                    <a16:creationId xmlns:a16="http://schemas.microsoft.com/office/drawing/2014/main" id="{CCFFF15E-A30B-1E40-B325-1C7D6CBD13CE}"/>
                  </a:ext>
                </a:extLst>
              </p:cNvPr>
              <p:cNvSpPr txBox="1"/>
              <p:nvPr/>
            </p:nvSpPr>
            <p:spPr>
              <a:xfrm>
                <a:off x="10540817" y="5265668"/>
                <a:ext cx="492122"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Offerings</a:t>
                </a:r>
                <a:endParaRPr kumimoji="0" lang="en-IN" sz="1000" b="0" i="0" u="none" strike="noStrike" kern="1200" cap="none" spc="0" normalizeH="0" baseline="0" noProof="0" dirty="0">
                  <a:ln>
                    <a:noFill/>
                  </a:ln>
                  <a:solidFill>
                    <a:srgbClr val="E7E6E6">
                      <a:lumMod val="10000"/>
                    </a:srgbClr>
                  </a:solidFill>
                  <a:effectLst/>
                  <a:uLnTx/>
                  <a:uFillTx/>
                  <a:latin typeface="+mn-lt"/>
                  <a:ea typeface="+mn-ea"/>
                  <a:cs typeface="+mn-cs"/>
                </a:endParaRPr>
              </a:p>
            </p:txBody>
          </p:sp>
          <p:sp>
            <p:nvSpPr>
              <p:cNvPr id="39" name="Rectangle 38">
                <a:extLst>
                  <a:ext uri="{FF2B5EF4-FFF2-40B4-BE49-F238E27FC236}">
                    <a16:creationId xmlns:a16="http://schemas.microsoft.com/office/drawing/2014/main" id="{82831879-8453-75F0-48D0-2B6DD475DE62}"/>
                  </a:ext>
                </a:extLst>
              </p:cNvPr>
              <p:cNvSpPr/>
              <p:nvPr/>
            </p:nvSpPr>
            <p:spPr>
              <a:xfrm>
                <a:off x="10377348" y="5310786"/>
                <a:ext cx="100584" cy="100584"/>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32" name="Group 31">
              <a:extLst>
                <a:ext uri="{FF2B5EF4-FFF2-40B4-BE49-F238E27FC236}">
                  <a16:creationId xmlns:a16="http://schemas.microsoft.com/office/drawing/2014/main" id="{E0C74C2F-B5F2-3369-D6BA-17373B473B8F}"/>
                </a:ext>
              </a:extLst>
            </p:cNvPr>
            <p:cNvGrpSpPr/>
            <p:nvPr/>
          </p:nvGrpSpPr>
          <p:grpSpPr>
            <a:xfrm>
              <a:off x="10299557" y="5431992"/>
              <a:ext cx="758184" cy="190821"/>
              <a:chOff x="10377348" y="5538843"/>
              <a:chExt cx="758184" cy="190821"/>
            </a:xfrm>
          </p:grpSpPr>
          <p:sp>
            <p:nvSpPr>
              <p:cNvPr id="36" name="TextBox 35">
                <a:extLst>
                  <a:ext uri="{FF2B5EF4-FFF2-40B4-BE49-F238E27FC236}">
                    <a16:creationId xmlns:a16="http://schemas.microsoft.com/office/drawing/2014/main" id="{67F0BA1D-5A8B-5007-03CA-A7DFF702DF09}"/>
                  </a:ext>
                </a:extLst>
              </p:cNvPr>
              <p:cNvSpPr txBox="1"/>
              <p:nvPr/>
            </p:nvSpPr>
            <p:spPr>
              <a:xfrm>
                <a:off x="10540817" y="5538843"/>
                <a:ext cx="594715"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n-lt"/>
                    <a:ea typeface="+mn-ea"/>
                    <a:cs typeface="+mn-cs"/>
                  </a:rPr>
                  <a:t>Employees</a:t>
                </a:r>
                <a:endParaRPr kumimoji="0" lang="en-IN" sz="1000" b="0" i="0" u="none" strike="noStrike" kern="1200" cap="none" spc="0" normalizeH="0" baseline="0" noProof="0">
                  <a:ln>
                    <a:noFill/>
                  </a:ln>
                  <a:solidFill>
                    <a:srgbClr val="E7E6E6">
                      <a:lumMod val="10000"/>
                    </a:srgbClr>
                  </a:solidFill>
                  <a:effectLst/>
                  <a:uLnTx/>
                  <a:uFillTx/>
                  <a:latin typeface="+mn-lt"/>
                  <a:ea typeface="+mn-ea"/>
                  <a:cs typeface="+mn-cs"/>
                </a:endParaRPr>
              </a:p>
            </p:txBody>
          </p:sp>
          <p:sp>
            <p:nvSpPr>
              <p:cNvPr id="37" name="Rectangle 36">
                <a:extLst>
                  <a:ext uri="{FF2B5EF4-FFF2-40B4-BE49-F238E27FC236}">
                    <a16:creationId xmlns:a16="http://schemas.microsoft.com/office/drawing/2014/main" id="{D937BC4C-4C1A-BF7B-46D9-2021C012061E}"/>
                  </a:ext>
                </a:extLst>
              </p:cNvPr>
              <p:cNvSpPr/>
              <p:nvPr/>
            </p:nvSpPr>
            <p:spPr>
              <a:xfrm>
                <a:off x="10377348" y="5583961"/>
                <a:ext cx="100584" cy="100584"/>
              </a:xfrm>
              <a:prstGeom prst="rect">
                <a:avLst/>
              </a:prstGeom>
              <a:solidFill>
                <a:schemeClr val="accent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33" name="Group 32">
              <a:extLst>
                <a:ext uri="{FF2B5EF4-FFF2-40B4-BE49-F238E27FC236}">
                  <a16:creationId xmlns:a16="http://schemas.microsoft.com/office/drawing/2014/main" id="{B1E41CCD-ADFB-6617-A0E9-965E4685E0E3}"/>
                </a:ext>
              </a:extLst>
            </p:cNvPr>
            <p:cNvGrpSpPr/>
            <p:nvPr/>
          </p:nvGrpSpPr>
          <p:grpSpPr>
            <a:xfrm>
              <a:off x="10299557" y="5640390"/>
              <a:ext cx="1035503" cy="190821"/>
              <a:chOff x="10377348" y="5819712"/>
              <a:chExt cx="1035503" cy="190821"/>
            </a:xfrm>
          </p:grpSpPr>
          <p:sp>
            <p:nvSpPr>
              <p:cNvPr id="34" name="TextBox 33">
                <a:extLst>
                  <a:ext uri="{FF2B5EF4-FFF2-40B4-BE49-F238E27FC236}">
                    <a16:creationId xmlns:a16="http://schemas.microsoft.com/office/drawing/2014/main" id="{E009F6C0-A2B8-CD96-C719-249EA423267E}"/>
                  </a:ext>
                </a:extLst>
              </p:cNvPr>
              <p:cNvSpPr txBox="1"/>
              <p:nvPr/>
            </p:nvSpPr>
            <p:spPr>
              <a:xfrm>
                <a:off x="10540817" y="5819712"/>
                <a:ext cx="87203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Annual Revenue</a:t>
                </a:r>
                <a:endParaRPr kumimoji="0" lang="en-IN" sz="1000" b="0" i="0" u="none" strike="noStrike" kern="1200" cap="none" spc="0" normalizeH="0" baseline="0" noProof="0" dirty="0">
                  <a:ln>
                    <a:noFill/>
                  </a:ln>
                  <a:solidFill>
                    <a:srgbClr val="E7E6E6">
                      <a:lumMod val="10000"/>
                    </a:srgbClr>
                  </a:solidFill>
                  <a:effectLst/>
                  <a:uLnTx/>
                  <a:uFillTx/>
                  <a:latin typeface="+mn-lt"/>
                  <a:ea typeface="+mn-ea"/>
                  <a:cs typeface="+mn-cs"/>
                </a:endParaRPr>
              </a:p>
            </p:txBody>
          </p:sp>
          <p:sp>
            <p:nvSpPr>
              <p:cNvPr id="35" name="Rectangle 34">
                <a:extLst>
                  <a:ext uri="{FF2B5EF4-FFF2-40B4-BE49-F238E27FC236}">
                    <a16:creationId xmlns:a16="http://schemas.microsoft.com/office/drawing/2014/main" id="{8A8C7A58-8294-935F-FA17-7280528C5154}"/>
                  </a:ext>
                </a:extLst>
              </p:cNvPr>
              <p:cNvSpPr/>
              <p:nvPr/>
            </p:nvSpPr>
            <p:spPr>
              <a:xfrm>
                <a:off x="10377348" y="5864830"/>
                <a:ext cx="100584" cy="100584"/>
              </a:xfrm>
              <a:prstGeom prst="rect">
                <a:avLst/>
              </a:prstGeom>
              <a:solidFill>
                <a:schemeClr val="accent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sp>
        <p:nvSpPr>
          <p:cNvPr id="42" name="TextBox 41">
            <a:extLst>
              <a:ext uri="{FF2B5EF4-FFF2-40B4-BE49-F238E27FC236}">
                <a16:creationId xmlns:a16="http://schemas.microsoft.com/office/drawing/2014/main" id="{A75DC1A7-FD30-71BF-6EAE-F9E1AD421A5E}"/>
              </a:ext>
            </a:extLst>
          </p:cNvPr>
          <p:cNvSpPr txBox="1"/>
          <p:nvPr/>
        </p:nvSpPr>
        <p:spPr>
          <a:xfrm>
            <a:off x="6153376" y="5307044"/>
            <a:ext cx="1069498" cy="6565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2017</a:t>
            </a:r>
          </a:p>
          <a:p>
            <a:pPr>
              <a:spcAft>
                <a:spcPts val="200"/>
              </a:spcAft>
              <a:defRPr/>
            </a:pPr>
            <a:r>
              <a:rPr lang="en-US" sz="1000" dirty="0">
                <a:latin typeface="+mn-lt"/>
              </a:rPr>
              <a:t>Launched CyberProof and UST SmartOps</a:t>
            </a:r>
          </a:p>
        </p:txBody>
      </p:sp>
      <p:sp>
        <p:nvSpPr>
          <p:cNvPr id="43" name="TextBox 42">
            <a:extLst>
              <a:ext uri="{FF2B5EF4-FFF2-40B4-BE49-F238E27FC236}">
                <a16:creationId xmlns:a16="http://schemas.microsoft.com/office/drawing/2014/main" id="{A23B5DD2-CF42-E120-0DA5-229905FE7B1B}"/>
              </a:ext>
            </a:extLst>
          </p:cNvPr>
          <p:cNvSpPr txBox="1"/>
          <p:nvPr/>
        </p:nvSpPr>
        <p:spPr>
          <a:xfrm>
            <a:off x="8405414" y="1290666"/>
            <a:ext cx="972440"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pPr marL="0" marR="0" lvl="0" indent="0" defTabSz="914400" rtl="0" eaLnBrk="1" fontAlgn="auto" latinLnBrk="0" hangingPunct="1">
              <a:lnSpc>
                <a:spcPct val="100000"/>
              </a:lnSpc>
              <a:spcAft>
                <a:spcPts val="200"/>
              </a:spcAft>
              <a:buClrTx/>
              <a:buSzTx/>
              <a:buFontTx/>
              <a:buNone/>
              <a:tabLst/>
              <a:defRPr/>
            </a:pPr>
            <a:r>
              <a:rPr kumimoji="0" lang="en-US" sz="1000" i="0" u="none" strike="noStrike" kern="1200" cap="none" spc="0" normalizeH="0" baseline="0" noProof="0" dirty="0">
                <a:ln>
                  <a:noFill/>
                </a:ln>
                <a:effectLst/>
                <a:uLnTx/>
                <a:uFillTx/>
                <a:latin typeface="+mn-lt"/>
                <a:ea typeface="+mn-ea"/>
                <a:cs typeface="+mn-cs"/>
              </a:rPr>
              <a:t>Glassdoor Best Places to Work</a:t>
            </a:r>
            <a:endParaRPr kumimoji="0" lang="en-US" sz="900" i="0" u="none" strike="noStrike" kern="1200" cap="none" spc="0" normalizeH="0" baseline="0" noProof="0" dirty="0">
              <a:ln>
                <a:noFill/>
              </a:ln>
              <a:effectLst/>
              <a:uLnTx/>
              <a:uFillTx/>
              <a:latin typeface="+mn-lt"/>
              <a:ea typeface="+mn-ea"/>
              <a:cs typeface="+mn-cs"/>
            </a:endParaRPr>
          </a:p>
        </p:txBody>
      </p:sp>
      <p:sp>
        <p:nvSpPr>
          <p:cNvPr id="44" name="TextBox 43">
            <a:extLst>
              <a:ext uri="{FF2B5EF4-FFF2-40B4-BE49-F238E27FC236}">
                <a16:creationId xmlns:a16="http://schemas.microsoft.com/office/drawing/2014/main" id="{DD272A72-AFA3-184D-20F2-ED036D018E3E}"/>
              </a:ext>
            </a:extLst>
          </p:cNvPr>
          <p:cNvSpPr txBox="1"/>
          <p:nvPr/>
        </p:nvSpPr>
        <p:spPr>
          <a:xfrm>
            <a:off x="7681931" y="648966"/>
            <a:ext cx="1070482" cy="502702"/>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2019</a:t>
            </a:r>
          </a:p>
          <a:p>
            <a:r>
              <a:rPr lang="en-US" sz="1000" dirty="0">
                <a:latin typeface="+mn-lt"/>
              </a:rPr>
              <a:t>Launched UST HealthProof</a:t>
            </a:r>
          </a:p>
        </p:txBody>
      </p:sp>
      <p:cxnSp>
        <p:nvCxnSpPr>
          <p:cNvPr id="45" name="Straight Connector 44">
            <a:extLst>
              <a:ext uri="{FF2B5EF4-FFF2-40B4-BE49-F238E27FC236}">
                <a16:creationId xmlns:a16="http://schemas.microsoft.com/office/drawing/2014/main" id="{EA93D87F-BF4B-D338-C73F-016998A4E572}"/>
              </a:ext>
            </a:extLst>
          </p:cNvPr>
          <p:cNvCxnSpPr>
            <a:cxnSpLocks/>
            <a:endCxn id="80" idx="0"/>
          </p:cNvCxnSpPr>
          <p:nvPr/>
        </p:nvCxnSpPr>
        <p:spPr>
          <a:xfrm>
            <a:off x="8477987" y="1857798"/>
            <a:ext cx="0" cy="29812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46" name="TextBox 45">
            <a:extLst>
              <a:ext uri="{FF2B5EF4-FFF2-40B4-BE49-F238E27FC236}">
                <a16:creationId xmlns:a16="http://schemas.microsoft.com/office/drawing/2014/main" id="{1752093B-AE01-6684-6090-045B628E5BED}"/>
              </a:ext>
            </a:extLst>
          </p:cNvPr>
          <p:cNvSpPr txBox="1"/>
          <p:nvPr/>
        </p:nvSpPr>
        <p:spPr>
          <a:xfrm>
            <a:off x="8802541" y="5064632"/>
            <a:ext cx="1297184"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pPr marL="0" algn="l" defTabSz="914400" rtl="0" eaLnBrk="1" latinLnBrk="0" hangingPunct="1"/>
            <a:r>
              <a:rPr lang="en-US" sz="1000" b="0" kern="1200" dirty="0">
                <a:solidFill>
                  <a:srgbClr val="231F20"/>
                </a:solidFill>
                <a:latin typeface="+mn-lt"/>
                <a:ea typeface="+mn-ea"/>
                <a:cs typeface="+mn-cs"/>
              </a:rPr>
              <a:t>Temasek follow on investment of $120M</a:t>
            </a:r>
          </a:p>
        </p:txBody>
      </p:sp>
      <p:cxnSp>
        <p:nvCxnSpPr>
          <p:cNvPr id="47" name="Straight Connector 46">
            <a:extLst>
              <a:ext uri="{FF2B5EF4-FFF2-40B4-BE49-F238E27FC236}">
                <a16:creationId xmlns:a16="http://schemas.microsoft.com/office/drawing/2014/main" id="{C7E52A0C-9F81-69FD-9360-E7571180E54E}"/>
              </a:ext>
            </a:extLst>
          </p:cNvPr>
          <p:cNvCxnSpPr>
            <a:cxnSpLocks/>
          </p:cNvCxnSpPr>
          <p:nvPr/>
        </p:nvCxnSpPr>
        <p:spPr>
          <a:xfrm flipV="1">
            <a:off x="8141216" y="2334434"/>
            <a:ext cx="0" cy="300533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48" name="Rectangle 47">
            <a:extLst>
              <a:ext uri="{FF2B5EF4-FFF2-40B4-BE49-F238E27FC236}">
                <a16:creationId xmlns:a16="http://schemas.microsoft.com/office/drawing/2014/main" id="{B15BA047-1689-4E01-6731-1FF89F9A2532}"/>
              </a:ext>
            </a:extLst>
          </p:cNvPr>
          <p:cNvSpPr/>
          <p:nvPr/>
        </p:nvSpPr>
        <p:spPr>
          <a:xfrm>
            <a:off x="8068643" y="2263522"/>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49" name="TextBox 48">
            <a:extLst>
              <a:ext uri="{FF2B5EF4-FFF2-40B4-BE49-F238E27FC236}">
                <a16:creationId xmlns:a16="http://schemas.microsoft.com/office/drawing/2014/main" id="{DBF9CA13-ED27-EA33-3551-2505E17A922C}"/>
              </a:ext>
            </a:extLst>
          </p:cNvPr>
          <p:cNvSpPr txBox="1"/>
          <p:nvPr/>
        </p:nvSpPr>
        <p:spPr>
          <a:xfrm>
            <a:off x="8068643" y="5450476"/>
            <a:ext cx="1164814"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r>
              <a:rPr lang="en-US" sz="1000" dirty="0">
                <a:latin typeface="+mn-lt"/>
              </a:rPr>
              <a:t>Acquired </a:t>
            </a:r>
          </a:p>
          <a:p>
            <a:r>
              <a:rPr lang="en-US" sz="1000" dirty="0">
                <a:latin typeface="+mn-lt"/>
              </a:rPr>
              <a:t>Advalent healthcare</a:t>
            </a:r>
          </a:p>
        </p:txBody>
      </p:sp>
      <p:sp>
        <p:nvSpPr>
          <p:cNvPr id="50" name="TextBox 49">
            <a:extLst>
              <a:ext uri="{FF2B5EF4-FFF2-40B4-BE49-F238E27FC236}">
                <a16:creationId xmlns:a16="http://schemas.microsoft.com/office/drawing/2014/main" id="{B8A5E825-3C35-1ED7-DD55-8D2568156911}"/>
              </a:ext>
            </a:extLst>
          </p:cNvPr>
          <p:cNvSpPr txBox="1"/>
          <p:nvPr/>
        </p:nvSpPr>
        <p:spPr>
          <a:xfrm>
            <a:off x="9911051" y="4200740"/>
            <a:ext cx="1242511"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2022</a:t>
            </a:r>
          </a:p>
          <a:p>
            <a:pPr lvl="0">
              <a:spcAft>
                <a:spcPts val="200"/>
              </a:spcAft>
              <a:defRPr/>
            </a:pPr>
            <a:r>
              <a:rPr lang="en-US" sz="1000" b="0" dirty="0">
                <a:solidFill>
                  <a:srgbClr val="231F20"/>
                </a:solidFill>
                <a:latin typeface="+mn-lt"/>
                <a:cs typeface="Arial"/>
              </a:rPr>
              <a:t>30,000+ employees</a:t>
            </a:r>
            <a:endParaRPr kumimoji="0" lang="en-US" sz="900" b="0" i="0" u="none" strike="noStrike" kern="1200" cap="none" spc="0" normalizeH="0" baseline="0" noProof="0" dirty="0">
              <a:ln>
                <a:noFill/>
              </a:ln>
              <a:solidFill>
                <a:srgbClr val="231F20"/>
              </a:solidFill>
              <a:effectLst/>
              <a:uLnTx/>
              <a:uFillTx/>
              <a:latin typeface="+mn-lt"/>
            </a:endParaRPr>
          </a:p>
        </p:txBody>
      </p:sp>
      <p:cxnSp>
        <p:nvCxnSpPr>
          <p:cNvPr id="51" name="Straight Connector 50">
            <a:extLst>
              <a:ext uri="{FF2B5EF4-FFF2-40B4-BE49-F238E27FC236}">
                <a16:creationId xmlns:a16="http://schemas.microsoft.com/office/drawing/2014/main" id="{135A4D86-948F-9F7E-ADED-81036C9CEA9A}"/>
              </a:ext>
            </a:extLst>
          </p:cNvPr>
          <p:cNvCxnSpPr>
            <a:cxnSpLocks/>
          </p:cNvCxnSpPr>
          <p:nvPr/>
        </p:nvCxnSpPr>
        <p:spPr>
          <a:xfrm flipV="1">
            <a:off x="386958" y="4942445"/>
            <a:ext cx="0" cy="259152"/>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52" name="TextBox 51">
            <a:extLst>
              <a:ext uri="{FF2B5EF4-FFF2-40B4-BE49-F238E27FC236}">
                <a16:creationId xmlns:a16="http://schemas.microsoft.com/office/drawing/2014/main" id="{7540C531-695B-0FC4-833C-6C3920B1DBCA}"/>
              </a:ext>
            </a:extLst>
          </p:cNvPr>
          <p:cNvSpPr txBox="1"/>
          <p:nvPr/>
        </p:nvSpPr>
        <p:spPr>
          <a:xfrm>
            <a:off x="645312" y="3660228"/>
            <a:ext cx="929571"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n-lt"/>
                <a:ea typeface="+mn-ea"/>
                <a:cs typeface="+mn-cs"/>
              </a:rPr>
              <a:t>1999</a:t>
            </a:r>
          </a:p>
          <a:p>
            <a:r>
              <a:rPr lang="en-US" sz="1000" b="0" dirty="0">
                <a:solidFill>
                  <a:srgbClr val="231F20"/>
                </a:solidFill>
                <a:latin typeface="+mn-lt"/>
              </a:rPr>
              <a:t>Born digital with 14 employees</a:t>
            </a:r>
          </a:p>
        </p:txBody>
      </p:sp>
      <p:sp>
        <p:nvSpPr>
          <p:cNvPr id="53" name="Rectangle 52">
            <a:extLst>
              <a:ext uri="{FF2B5EF4-FFF2-40B4-BE49-F238E27FC236}">
                <a16:creationId xmlns:a16="http://schemas.microsoft.com/office/drawing/2014/main" id="{07AF3D00-547D-A992-D1D6-45381BF4353B}"/>
              </a:ext>
            </a:extLst>
          </p:cNvPr>
          <p:cNvSpPr/>
          <p:nvPr/>
        </p:nvSpPr>
        <p:spPr>
          <a:xfrm>
            <a:off x="314385" y="4817161"/>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54" name="TextBox 53">
            <a:extLst>
              <a:ext uri="{FF2B5EF4-FFF2-40B4-BE49-F238E27FC236}">
                <a16:creationId xmlns:a16="http://schemas.microsoft.com/office/drawing/2014/main" id="{CA0824AE-9F5E-CC76-7281-E876F49CF182}"/>
              </a:ext>
            </a:extLst>
          </p:cNvPr>
          <p:cNvSpPr txBox="1"/>
          <p:nvPr/>
        </p:nvSpPr>
        <p:spPr>
          <a:xfrm>
            <a:off x="4964057" y="1888451"/>
            <a:ext cx="773710"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2016</a:t>
            </a:r>
          </a:p>
          <a:p>
            <a:r>
              <a:rPr lang="en-US" sz="1000" dirty="0">
                <a:latin typeface="+mn-lt"/>
              </a:rPr>
              <a:t>Acquired BlueConch</a:t>
            </a:r>
          </a:p>
        </p:txBody>
      </p:sp>
      <p:cxnSp>
        <p:nvCxnSpPr>
          <p:cNvPr id="55" name="Straight Connector 54">
            <a:extLst>
              <a:ext uri="{FF2B5EF4-FFF2-40B4-BE49-F238E27FC236}">
                <a16:creationId xmlns:a16="http://schemas.microsoft.com/office/drawing/2014/main" id="{B9751941-3676-6228-C79D-0609275ABD99}"/>
              </a:ext>
            </a:extLst>
          </p:cNvPr>
          <p:cNvCxnSpPr>
            <a:cxnSpLocks/>
          </p:cNvCxnSpPr>
          <p:nvPr/>
        </p:nvCxnSpPr>
        <p:spPr>
          <a:xfrm flipV="1">
            <a:off x="5033622" y="2481568"/>
            <a:ext cx="0" cy="93934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56" name="Rectangle 55">
            <a:extLst>
              <a:ext uri="{FF2B5EF4-FFF2-40B4-BE49-F238E27FC236}">
                <a16:creationId xmlns:a16="http://schemas.microsoft.com/office/drawing/2014/main" id="{8E332CCA-2974-852F-0312-D53639F35555}"/>
              </a:ext>
            </a:extLst>
          </p:cNvPr>
          <p:cNvSpPr/>
          <p:nvPr/>
        </p:nvSpPr>
        <p:spPr>
          <a:xfrm>
            <a:off x="4964057" y="3382877"/>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57" name="TextBox 56">
            <a:extLst>
              <a:ext uri="{FF2B5EF4-FFF2-40B4-BE49-F238E27FC236}">
                <a16:creationId xmlns:a16="http://schemas.microsoft.com/office/drawing/2014/main" id="{506ED213-D898-C0DD-E48C-AADE55734E26}"/>
              </a:ext>
            </a:extLst>
          </p:cNvPr>
          <p:cNvSpPr txBox="1"/>
          <p:nvPr/>
        </p:nvSpPr>
        <p:spPr>
          <a:xfrm>
            <a:off x="4359273" y="3999766"/>
            <a:ext cx="1161552"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2014</a:t>
            </a:r>
          </a:p>
          <a:p>
            <a:r>
              <a:rPr lang="en-US" sz="1000" dirty="0">
                <a:latin typeface="+mn-lt"/>
              </a:rPr>
              <a:t>Acquired Moonraft</a:t>
            </a:r>
          </a:p>
        </p:txBody>
      </p:sp>
      <p:cxnSp>
        <p:nvCxnSpPr>
          <p:cNvPr id="58" name="Straight Connector 57">
            <a:extLst>
              <a:ext uri="{FF2B5EF4-FFF2-40B4-BE49-F238E27FC236}">
                <a16:creationId xmlns:a16="http://schemas.microsoft.com/office/drawing/2014/main" id="{FCCCF105-C9C3-31F7-1364-D604B7D8408B}"/>
              </a:ext>
            </a:extLst>
          </p:cNvPr>
          <p:cNvCxnSpPr>
            <a:cxnSpLocks/>
          </p:cNvCxnSpPr>
          <p:nvPr/>
        </p:nvCxnSpPr>
        <p:spPr>
          <a:xfrm flipV="1">
            <a:off x="4431846" y="3607399"/>
            <a:ext cx="0" cy="33876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59" name="Rectangle 58">
            <a:extLst>
              <a:ext uri="{FF2B5EF4-FFF2-40B4-BE49-F238E27FC236}">
                <a16:creationId xmlns:a16="http://schemas.microsoft.com/office/drawing/2014/main" id="{068745C7-BD13-ECB6-7B9D-393CB8D4B593}"/>
              </a:ext>
            </a:extLst>
          </p:cNvPr>
          <p:cNvSpPr/>
          <p:nvPr/>
        </p:nvSpPr>
        <p:spPr>
          <a:xfrm>
            <a:off x="4359273" y="3508398"/>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60" name="TextBox 59">
            <a:extLst>
              <a:ext uri="{FF2B5EF4-FFF2-40B4-BE49-F238E27FC236}">
                <a16:creationId xmlns:a16="http://schemas.microsoft.com/office/drawing/2014/main" id="{3A878223-05C9-2FF9-BF67-727B5E9A61BD}"/>
              </a:ext>
            </a:extLst>
          </p:cNvPr>
          <p:cNvSpPr txBox="1"/>
          <p:nvPr/>
        </p:nvSpPr>
        <p:spPr>
          <a:xfrm>
            <a:off x="10258645" y="3224331"/>
            <a:ext cx="985941" cy="875817"/>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2023</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31F20"/>
                </a:solidFill>
                <a:effectLst/>
                <a:uLnTx/>
                <a:uFillTx/>
                <a:latin typeface="+mn-lt"/>
                <a:ea typeface="+mn-ea"/>
                <a:cs typeface="+mn-cs"/>
              </a:rPr>
              <a:t>Acquired</a:t>
            </a:r>
          </a:p>
          <a:p>
            <a:pPr marL="118872" indent="-118872">
              <a:lnSpc>
                <a:spcPct val="110000"/>
              </a:lnSpc>
              <a:spcBef>
                <a:spcPts val="0"/>
              </a:spcBef>
              <a:spcAft>
                <a:spcPts val="0"/>
              </a:spcAft>
              <a:buFont typeface="Arial" panose="020B0604020202020204" pitchFamily="34" charset="0"/>
              <a:buChar char="•"/>
            </a:pPr>
            <a:r>
              <a:rPr lang="en-US" sz="1000" b="0" dirty="0">
                <a:solidFill>
                  <a:srgbClr val="231F20"/>
                </a:solidFill>
                <a:latin typeface="+mn-lt"/>
              </a:rPr>
              <a:t>Prodigy Labs</a:t>
            </a:r>
          </a:p>
          <a:p>
            <a:pPr marL="118872" indent="-118872">
              <a:lnSpc>
                <a:spcPct val="110000"/>
              </a:lnSpc>
              <a:spcBef>
                <a:spcPts val="0"/>
              </a:spcBef>
              <a:spcAft>
                <a:spcPts val="0"/>
              </a:spcAft>
              <a:buFont typeface="Arial" panose="020B0604020202020204" pitchFamily="34" charset="0"/>
              <a:buChar char="•"/>
            </a:pPr>
            <a:r>
              <a:rPr lang="en-US" sz="1000" b="0" dirty="0">
                <a:solidFill>
                  <a:srgbClr val="231F20"/>
                </a:solidFill>
                <a:latin typeface="+mn-lt"/>
              </a:rPr>
              <a:t>Advantasure</a:t>
            </a:r>
          </a:p>
          <a:p>
            <a:pPr marL="118872" indent="-118872">
              <a:lnSpc>
                <a:spcPct val="110000"/>
              </a:lnSpc>
              <a:spcBef>
                <a:spcPts val="0"/>
              </a:spcBef>
              <a:spcAft>
                <a:spcPts val="600"/>
              </a:spcAft>
              <a:buFont typeface="Arial" panose="020B0604020202020204" pitchFamily="34" charset="0"/>
              <a:buChar char="•"/>
            </a:pPr>
            <a:r>
              <a:rPr lang="en-US" sz="1000" b="0" dirty="0">
                <a:solidFill>
                  <a:srgbClr val="231F20"/>
                </a:solidFill>
                <a:latin typeface="+mn-lt"/>
              </a:rPr>
              <a:t>MobileComm</a:t>
            </a:r>
          </a:p>
        </p:txBody>
      </p:sp>
      <p:cxnSp>
        <p:nvCxnSpPr>
          <p:cNvPr id="61" name="Straight Connector 60">
            <a:extLst>
              <a:ext uri="{FF2B5EF4-FFF2-40B4-BE49-F238E27FC236}">
                <a16:creationId xmlns:a16="http://schemas.microsoft.com/office/drawing/2014/main" id="{429FD5FA-62DA-4B8F-AFC6-D9DFF2B35EF1}"/>
              </a:ext>
            </a:extLst>
          </p:cNvPr>
          <p:cNvCxnSpPr>
            <a:cxnSpLocks/>
          </p:cNvCxnSpPr>
          <p:nvPr/>
        </p:nvCxnSpPr>
        <p:spPr>
          <a:xfrm flipV="1">
            <a:off x="10331217" y="1590631"/>
            <a:ext cx="0" cy="150997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62" name="Rectangle 61">
            <a:extLst>
              <a:ext uri="{FF2B5EF4-FFF2-40B4-BE49-F238E27FC236}">
                <a16:creationId xmlns:a16="http://schemas.microsoft.com/office/drawing/2014/main" id="{43ADF280-CBA0-B30A-9F89-D7B94B9BB1F2}"/>
              </a:ext>
            </a:extLst>
          </p:cNvPr>
          <p:cNvSpPr/>
          <p:nvPr/>
        </p:nvSpPr>
        <p:spPr>
          <a:xfrm>
            <a:off x="10258644" y="1491630"/>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63" name="TextBox 62">
            <a:extLst>
              <a:ext uri="{FF2B5EF4-FFF2-40B4-BE49-F238E27FC236}">
                <a16:creationId xmlns:a16="http://schemas.microsoft.com/office/drawing/2014/main" id="{6036B0A9-DCB1-57D3-592D-AD11E280A50E}"/>
              </a:ext>
            </a:extLst>
          </p:cNvPr>
          <p:cNvSpPr txBox="1"/>
          <p:nvPr/>
        </p:nvSpPr>
        <p:spPr>
          <a:xfrm>
            <a:off x="346451" y="5285922"/>
            <a:ext cx="1620834" cy="720710"/>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1999</a:t>
            </a:r>
          </a:p>
          <a:p>
            <a:pPr>
              <a:spcBef>
                <a:spcPts val="0"/>
              </a:spcBef>
              <a:spcAft>
                <a:spcPts val="0"/>
              </a:spcAft>
            </a:pPr>
            <a:r>
              <a:rPr lang="en-US" sz="1000" b="0" dirty="0">
                <a:solidFill>
                  <a:srgbClr val="231F20"/>
                </a:solidFill>
                <a:latin typeface="+mn-lt"/>
              </a:rPr>
              <a:t>Founded in Aliso Viejo, CA and Trivandrum, India</a:t>
            </a:r>
          </a:p>
          <a:p>
            <a:pPr>
              <a:spcBef>
                <a:spcPts val="300"/>
              </a:spcBef>
              <a:spcAft>
                <a:spcPts val="0"/>
              </a:spcAft>
            </a:pPr>
            <a:r>
              <a:rPr lang="en-US" sz="1000" b="0" dirty="0">
                <a:solidFill>
                  <a:srgbClr val="231F20"/>
                </a:solidFill>
                <a:latin typeface="+mn-lt"/>
              </a:rPr>
              <a:t>Majority-owned by family </a:t>
            </a:r>
          </a:p>
        </p:txBody>
      </p:sp>
      <p:cxnSp>
        <p:nvCxnSpPr>
          <p:cNvPr id="64" name="Straight Connector 63">
            <a:extLst>
              <a:ext uri="{FF2B5EF4-FFF2-40B4-BE49-F238E27FC236}">
                <a16:creationId xmlns:a16="http://schemas.microsoft.com/office/drawing/2014/main" id="{15ED71A7-5CE9-F959-2C5A-7636676ED42F}"/>
              </a:ext>
            </a:extLst>
          </p:cNvPr>
          <p:cNvCxnSpPr>
            <a:cxnSpLocks/>
          </p:cNvCxnSpPr>
          <p:nvPr/>
        </p:nvCxnSpPr>
        <p:spPr>
          <a:xfrm flipV="1">
            <a:off x="682617" y="4238413"/>
            <a:ext cx="0" cy="457200"/>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66" name="TextBox 65">
            <a:extLst>
              <a:ext uri="{FF2B5EF4-FFF2-40B4-BE49-F238E27FC236}">
                <a16:creationId xmlns:a16="http://schemas.microsoft.com/office/drawing/2014/main" id="{FDE5F236-C813-FCE8-5426-7D1F8A179BC9}"/>
              </a:ext>
            </a:extLst>
          </p:cNvPr>
          <p:cNvSpPr txBox="1"/>
          <p:nvPr/>
        </p:nvSpPr>
        <p:spPr>
          <a:xfrm>
            <a:off x="6451103" y="4241355"/>
            <a:ext cx="917101" cy="52835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2017</a:t>
            </a:r>
          </a:p>
          <a:p>
            <a:pPr>
              <a:spcAft>
                <a:spcPts val="200"/>
              </a:spcAft>
              <a:defRPr/>
            </a:pPr>
            <a:r>
              <a:rPr lang="en-US" sz="1000" dirty="0">
                <a:latin typeface="+mn-lt"/>
              </a:rPr>
              <a:t>Acquired </a:t>
            </a:r>
          </a:p>
          <a:p>
            <a:pPr>
              <a:spcAft>
                <a:spcPts val="200"/>
              </a:spcAft>
              <a:defRPr/>
            </a:pPr>
            <a:r>
              <a:rPr lang="en-US" sz="1000" dirty="0">
                <a:latin typeface="+mn-lt"/>
              </a:rPr>
              <a:t>Round Feather </a:t>
            </a:r>
          </a:p>
        </p:txBody>
      </p:sp>
      <p:cxnSp>
        <p:nvCxnSpPr>
          <p:cNvPr id="67" name="Straight Connector 66">
            <a:extLst>
              <a:ext uri="{FF2B5EF4-FFF2-40B4-BE49-F238E27FC236}">
                <a16:creationId xmlns:a16="http://schemas.microsoft.com/office/drawing/2014/main" id="{80B35D4F-7367-5EF6-E6C2-E413316AA3CF}"/>
              </a:ext>
            </a:extLst>
          </p:cNvPr>
          <p:cNvCxnSpPr>
            <a:cxnSpLocks/>
          </p:cNvCxnSpPr>
          <p:nvPr/>
        </p:nvCxnSpPr>
        <p:spPr>
          <a:xfrm flipV="1">
            <a:off x="9266150" y="2107067"/>
            <a:ext cx="0" cy="2292986"/>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68" name="TextBox 67">
            <a:extLst>
              <a:ext uri="{FF2B5EF4-FFF2-40B4-BE49-F238E27FC236}">
                <a16:creationId xmlns:a16="http://schemas.microsoft.com/office/drawing/2014/main" id="{A544AEF0-66FF-FCEF-AB14-8DB967410F26}"/>
              </a:ext>
            </a:extLst>
          </p:cNvPr>
          <p:cNvSpPr txBox="1"/>
          <p:nvPr/>
        </p:nvSpPr>
        <p:spPr>
          <a:xfrm>
            <a:off x="9193577" y="4475798"/>
            <a:ext cx="1001145"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pPr marL="0" algn="l" defTabSz="914400" rtl="0" eaLnBrk="1" latinLnBrk="0" hangingPunct="1"/>
            <a:r>
              <a:rPr lang="en-US" sz="1000" b="0" kern="1200" dirty="0">
                <a:solidFill>
                  <a:srgbClr val="231F20"/>
                </a:solidFill>
                <a:latin typeface="+mn-lt"/>
                <a:ea typeface="+mn-ea"/>
                <a:cs typeface="+mn-cs"/>
              </a:rPr>
              <a:t>Revenue of $1B</a:t>
            </a:r>
          </a:p>
        </p:txBody>
      </p:sp>
      <p:sp>
        <p:nvSpPr>
          <p:cNvPr id="69" name="Rectangle 68">
            <a:extLst>
              <a:ext uri="{FF2B5EF4-FFF2-40B4-BE49-F238E27FC236}">
                <a16:creationId xmlns:a16="http://schemas.microsoft.com/office/drawing/2014/main" id="{70B0280A-70C5-6ED3-592F-6BBEC5EA5378}"/>
              </a:ext>
            </a:extLst>
          </p:cNvPr>
          <p:cNvSpPr/>
          <p:nvPr/>
        </p:nvSpPr>
        <p:spPr>
          <a:xfrm>
            <a:off x="610044" y="4698614"/>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70" name="Straight Connector 69">
            <a:extLst>
              <a:ext uri="{FF2B5EF4-FFF2-40B4-BE49-F238E27FC236}">
                <a16:creationId xmlns:a16="http://schemas.microsoft.com/office/drawing/2014/main" id="{1895E2D0-C2F0-A1E7-35F9-BA11524CB3FA}"/>
              </a:ext>
            </a:extLst>
          </p:cNvPr>
          <p:cNvCxnSpPr>
            <a:cxnSpLocks/>
          </p:cNvCxnSpPr>
          <p:nvPr/>
        </p:nvCxnSpPr>
        <p:spPr>
          <a:xfrm flipV="1">
            <a:off x="3556271" y="4135861"/>
            <a:ext cx="0" cy="64008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71" name="Rectangle 70">
            <a:extLst>
              <a:ext uri="{FF2B5EF4-FFF2-40B4-BE49-F238E27FC236}">
                <a16:creationId xmlns:a16="http://schemas.microsoft.com/office/drawing/2014/main" id="{10FB591C-91CF-DD99-4201-251554BA473E}"/>
              </a:ext>
            </a:extLst>
          </p:cNvPr>
          <p:cNvSpPr/>
          <p:nvPr/>
        </p:nvSpPr>
        <p:spPr>
          <a:xfrm>
            <a:off x="3493530" y="3995529"/>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72" name="Straight Connector 71">
            <a:extLst>
              <a:ext uri="{FF2B5EF4-FFF2-40B4-BE49-F238E27FC236}">
                <a16:creationId xmlns:a16="http://schemas.microsoft.com/office/drawing/2014/main" id="{9975BF37-D6E6-C6EA-FF89-29748E975164}"/>
              </a:ext>
            </a:extLst>
          </p:cNvPr>
          <p:cNvCxnSpPr>
            <a:cxnSpLocks/>
          </p:cNvCxnSpPr>
          <p:nvPr/>
        </p:nvCxnSpPr>
        <p:spPr>
          <a:xfrm flipH="1" flipV="1">
            <a:off x="4018144" y="3159559"/>
            <a:ext cx="1746" cy="57957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73" name="Rectangle 72">
            <a:extLst>
              <a:ext uri="{FF2B5EF4-FFF2-40B4-BE49-F238E27FC236}">
                <a16:creationId xmlns:a16="http://schemas.microsoft.com/office/drawing/2014/main" id="{58CA81BD-8533-81B0-EE20-45193416DBCF}"/>
              </a:ext>
            </a:extLst>
          </p:cNvPr>
          <p:cNvSpPr/>
          <p:nvPr/>
        </p:nvSpPr>
        <p:spPr>
          <a:xfrm>
            <a:off x="3947317" y="3733816"/>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r>
              <a:rPr lang="en-US" sz="2000" dirty="0">
                <a:latin typeface="+mn-lt"/>
              </a:rPr>
              <a:t> </a:t>
            </a:r>
            <a:endParaRPr lang="en-UA" sz="2000" dirty="0">
              <a:latin typeface="+mn-lt"/>
            </a:endParaRPr>
          </a:p>
        </p:txBody>
      </p:sp>
      <p:cxnSp>
        <p:nvCxnSpPr>
          <p:cNvPr id="74" name="Straight Connector 73">
            <a:extLst>
              <a:ext uri="{FF2B5EF4-FFF2-40B4-BE49-F238E27FC236}">
                <a16:creationId xmlns:a16="http://schemas.microsoft.com/office/drawing/2014/main" id="{AD530D35-94EC-F886-E58C-11D55DA445F6}"/>
              </a:ext>
            </a:extLst>
          </p:cNvPr>
          <p:cNvCxnSpPr>
            <a:cxnSpLocks/>
          </p:cNvCxnSpPr>
          <p:nvPr/>
        </p:nvCxnSpPr>
        <p:spPr>
          <a:xfrm flipV="1">
            <a:off x="6225949" y="3100601"/>
            <a:ext cx="0" cy="2093681"/>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75" name="Rectangle 74">
            <a:extLst>
              <a:ext uri="{FF2B5EF4-FFF2-40B4-BE49-F238E27FC236}">
                <a16:creationId xmlns:a16="http://schemas.microsoft.com/office/drawing/2014/main" id="{D0D5BEA2-9BB4-D01B-20CF-1B8929538A15}"/>
              </a:ext>
            </a:extLst>
          </p:cNvPr>
          <p:cNvSpPr/>
          <p:nvPr/>
        </p:nvSpPr>
        <p:spPr>
          <a:xfrm>
            <a:off x="6153376" y="2955457"/>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76" name="Straight Connector 75">
            <a:extLst>
              <a:ext uri="{FF2B5EF4-FFF2-40B4-BE49-F238E27FC236}">
                <a16:creationId xmlns:a16="http://schemas.microsoft.com/office/drawing/2014/main" id="{EFFCC117-146B-5DCF-A2F9-A2509500EE06}"/>
              </a:ext>
            </a:extLst>
          </p:cNvPr>
          <p:cNvCxnSpPr>
            <a:cxnSpLocks/>
          </p:cNvCxnSpPr>
          <p:nvPr/>
        </p:nvCxnSpPr>
        <p:spPr>
          <a:xfrm flipV="1">
            <a:off x="6519386" y="2819647"/>
            <a:ext cx="4290" cy="134517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77" name="Rectangle 76">
            <a:extLst>
              <a:ext uri="{FF2B5EF4-FFF2-40B4-BE49-F238E27FC236}">
                <a16:creationId xmlns:a16="http://schemas.microsoft.com/office/drawing/2014/main" id="{83FDEB83-7401-B50B-09BB-D307F9BEC965}"/>
              </a:ext>
            </a:extLst>
          </p:cNvPr>
          <p:cNvSpPr/>
          <p:nvPr/>
        </p:nvSpPr>
        <p:spPr>
          <a:xfrm>
            <a:off x="6451103" y="2674503"/>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78" name="Straight Connector 77">
            <a:extLst>
              <a:ext uri="{FF2B5EF4-FFF2-40B4-BE49-F238E27FC236}">
                <a16:creationId xmlns:a16="http://schemas.microsoft.com/office/drawing/2014/main" id="{B403B19E-5347-E3E4-6393-EF6550A6306F}"/>
              </a:ext>
            </a:extLst>
          </p:cNvPr>
          <p:cNvCxnSpPr>
            <a:cxnSpLocks/>
          </p:cNvCxnSpPr>
          <p:nvPr/>
        </p:nvCxnSpPr>
        <p:spPr>
          <a:xfrm flipV="1">
            <a:off x="7754504" y="1202681"/>
            <a:ext cx="0" cy="112777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79" name="Rectangle 78">
            <a:extLst>
              <a:ext uri="{FF2B5EF4-FFF2-40B4-BE49-F238E27FC236}">
                <a16:creationId xmlns:a16="http://schemas.microsoft.com/office/drawing/2014/main" id="{F1839482-92ED-8ABD-BA1B-21E3F5C93E22}"/>
              </a:ext>
            </a:extLst>
          </p:cNvPr>
          <p:cNvSpPr/>
          <p:nvPr/>
        </p:nvSpPr>
        <p:spPr>
          <a:xfrm>
            <a:off x="7681931" y="2301070"/>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80" name="Rectangle 79">
            <a:extLst>
              <a:ext uri="{FF2B5EF4-FFF2-40B4-BE49-F238E27FC236}">
                <a16:creationId xmlns:a16="http://schemas.microsoft.com/office/drawing/2014/main" id="{E3A5915D-0D97-8063-D729-2EDD7443BA24}"/>
              </a:ext>
            </a:extLst>
          </p:cNvPr>
          <p:cNvSpPr/>
          <p:nvPr/>
        </p:nvSpPr>
        <p:spPr>
          <a:xfrm>
            <a:off x="8405414" y="2155926"/>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81" name="Straight Connector 80">
            <a:extLst>
              <a:ext uri="{FF2B5EF4-FFF2-40B4-BE49-F238E27FC236}">
                <a16:creationId xmlns:a16="http://schemas.microsoft.com/office/drawing/2014/main" id="{5A931C29-587F-90F3-B7B4-24EDB1EBBBA0}"/>
              </a:ext>
            </a:extLst>
          </p:cNvPr>
          <p:cNvCxnSpPr>
            <a:cxnSpLocks/>
          </p:cNvCxnSpPr>
          <p:nvPr/>
        </p:nvCxnSpPr>
        <p:spPr>
          <a:xfrm flipV="1">
            <a:off x="8864481" y="2214950"/>
            <a:ext cx="0" cy="274735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82" name="Rectangle 81">
            <a:extLst>
              <a:ext uri="{FF2B5EF4-FFF2-40B4-BE49-F238E27FC236}">
                <a16:creationId xmlns:a16="http://schemas.microsoft.com/office/drawing/2014/main" id="{D03012A3-0D3A-C529-5209-A431488A66AE}"/>
              </a:ext>
            </a:extLst>
          </p:cNvPr>
          <p:cNvSpPr/>
          <p:nvPr/>
        </p:nvSpPr>
        <p:spPr>
          <a:xfrm>
            <a:off x="8802541" y="2069806"/>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83" name="Rectangle 82">
            <a:extLst>
              <a:ext uri="{FF2B5EF4-FFF2-40B4-BE49-F238E27FC236}">
                <a16:creationId xmlns:a16="http://schemas.microsoft.com/office/drawing/2014/main" id="{6D434289-72D7-B6B2-0716-9D6DEE022F68}"/>
              </a:ext>
            </a:extLst>
          </p:cNvPr>
          <p:cNvSpPr/>
          <p:nvPr/>
        </p:nvSpPr>
        <p:spPr>
          <a:xfrm>
            <a:off x="9193577" y="1956776"/>
            <a:ext cx="145146" cy="145144"/>
          </a:xfrm>
          <a:prstGeom prst="rect">
            <a:avLst/>
          </a:prstGeom>
          <a:solidFill>
            <a:srgbClr val="01B27C"/>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85" name="Straight Connector 84">
            <a:extLst>
              <a:ext uri="{FF2B5EF4-FFF2-40B4-BE49-F238E27FC236}">
                <a16:creationId xmlns:a16="http://schemas.microsoft.com/office/drawing/2014/main" id="{BF27F8AB-3370-DFE0-40B7-794658B6A06F}"/>
              </a:ext>
            </a:extLst>
          </p:cNvPr>
          <p:cNvCxnSpPr>
            <a:cxnSpLocks/>
          </p:cNvCxnSpPr>
          <p:nvPr/>
        </p:nvCxnSpPr>
        <p:spPr>
          <a:xfrm flipV="1">
            <a:off x="9611718" y="1280160"/>
            <a:ext cx="0" cy="53316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87" name="Rectangle 86">
            <a:extLst>
              <a:ext uri="{FF2B5EF4-FFF2-40B4-BE49-F238E27FC236}">
                <a16:creationId xmlns:a16="http://schemas.microsoft.com/office/drawing/2014/main" id="{7768FB77-2E31-DBA3-B82B-B7673033A9E8}"/>
              </a:ext>
            </a:extLst>
          </p:cNvPr>
          <p:cNvSpPr/>
          <p:nvPr/>
        </p:nvSpPr>
        <p:spPr>
          <a:xfrm>
            <a:off x="9539145" y="1813328"/>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70" name="Straight Connector 169">
            <a:extLst>
              <a:ext uri="{FF2B5EF4-FFF2-40B4-BE49-F238E27FC236}">
                <a16:creationId xmlns:a16="http://schemas.microsoft.com/office/drawing/2014/main" id="{A4BF9D8F-F31C-F669-8B2E-4C106488F3D0}"/>
              </a:ext>
            </a:extLst>
          </p:cNvPr>
          <p:cNvCxnSpPr>
            <a:cxnSpLocks/>
          </p:cNvCxnSpPr>
          <p:nvPr/>
        </p:nvCxnSpPr>
        <p:spPr>
          <a:xfrm>
            <a:off x="9983624" y="1823124"/>
            <a:ext cx="0" cy="224497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71" name="Rectangle 170">
            <a:extLst>
              <a:ext uri="{FF2B5EF4-FFF2-40B4-BE49-F238E27FC236}">
                <a16:creationId xmlns:a16="http://schemas.microsoft.com/office/drawing/2014/main" id="{6440112E-DFFE-DFE1-DD88-1335910F3612}"/>
              </a:ext>
            </a:extLst>
          </p:cNvPr>
          <p:cNvSpPr/>
          <p:nvPr/>
        </p:nvSpPr>
        <p:spPr>
          <a:xfrm>
            <a:off x="9911051" y="1677980"/>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72" name="TextBox 171">
            <a:extLst>
              <a:ext uri="{FF2B5EF4-FFF2-40B4-BE49-F238E27FC236}">
                <a16:creationId xmlns:a16="http://schemas.microsoft.com/office/drawing/2014/main" id="{2DC08667-E8D9-FDC5-FE7B-DE8B68B1B56B}"/>
              </a:ext>
            </a:extLst>
          </p:cNvPr>
          <p:cNvSpPr txBox="1"/>
          <p:nvPr/>
        </p:nvSpPr>
        <p:spPr>
          <a:xfrm>
            <a:off x="10605754" y="1795019"/>
            <a:ext cx="1441949" cy="1252843"/>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2024</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31F20"/>
                </a:solidFill>
                <a:effectLst/>
                <a:uLnTx/>
                <a:uFillTx/>
                <a:latin typeface="+mn-lt"/>
                <a:ea typeface="+mn-ea"/>
                <a:cs typeface="+mn-cs"/>
              </a:rPr>
              <a:t>Acquired</a:t>
            </a:r>
          </a:p>
          <a:p>
            <a:pPr marL="118872" indent="-118872">
              <a:lnSpc>
                <a:spcPct val="110000"/>
              </a:lnSpc>
              <a:spcBef>
                <a:spcPts val="0"/>
              </a:spcBef>
              <a:spcAft>
                <a:spcPts val="100"/>
              </a:spcAft>
              <a:buFont typeface="Arial" panose="020B0604020202020204" pitchFamily="34" charset="0"/>
              <a:buChar char="•"/>
            </a:pPr>
            <a:r>
              <a:rPr lang="en-US" sz="1000" b="1" dirty="0">
                <a:solidFill>
                  <a:srgbClr val="231F20"/>
                </a:solidFill>
                <a:latin typeface="+mn-lt"/>
              </a:rPr>
              <a:t>Leonardo</a:t>
            </a:r>
          </a:p>
          <a:p>
            <a:pPr marL="118872" indent="-118872">
              <a:lnSpc>
                <a:spcPct val="110000"/>
              </a:lnSpc>
              <a:spcBef>
                <a:spcPts val="0"/>
              </a:spcBef>
              <a:spcAft>
                <a:spcPts val="100"/>
              </a:spcAft>
              <a:buFont typeface="Arial" panose="020B0604020202020204" pitchFamily="34" charset="0"/>
              <a:buChar char="•"/>
            </a:pPr>
            <a:r>
              <a:rPr lang="en-US" sz="1000" b="1" dirty="0">
                <a:solidFill>
                  <a:srgbClr val="231F20"/>
                </a:solidFill>
                <a:latin typeface="+mn-lt"/>
              </a:rPr>
              <a:t>Strativity Group</a:t>
            </a:r>
          </a:p>
          <a:p>
            <a:pPr marL="118872" indent="-118872">
              <a:lnSpc>
                <a:spcPct val="110000"/>
              </a:lnSpc>
              <a:spcBef>
                <a:spcPts val="0"/>
              </a:spcBef>
              <a:spcAft>
                <a:spcPts val="100"/>
              </a:spcAft>
              <a:buFont typeface="Arial" panose="020B0604020202020204" pitchFamily="34" charset="0"/>
              <a:buChar char="•"/>
            </a:pPr>
            <a:r>
              <a:rPr lang="en-US" sz="1000" b="1" dirty="0">
                <a:solidFill>
                  <a:srgbClr val="231F20"/>
                </a:solidFill>
                <a:latin typeface="+mn-lt"/>
              </a:rPr>
              <a:t>Endeavor Consulting Group</a:t>
            </a:r>
          </a:p>
          <a:p>
            <a:pPr marL="118872" indent="-118872">
              <a:lnSpc>
                <a:spcPct val="110000"/>
              </a:lnSpc>
              <a:spcBef>
                <a:spcPts val="0"/>
              </a:spcBef>
              <a:spcAft>
                <a:spcPts val="100"/>
              </a:spcAft>
              <a:buFont typeface="Arial" panose="020B0604020202020204" pitchFamily="34" charset="0"/>
              <a:buChar char="•"/>
            </a:pPr>
            <a:r>
              <a:rPr lang="en-US" sz="1000" b="1" dirty="0">
                <a:solidFill>
                  <a:srgbClr val="231F20"/>
                </a:solidFill>
                <a:latin typeface="+mn-lt"/>
              </a:rPr>
              <a:t>Interpres Security</a:t>
            </a:r>
          </a:p>
        </p:txBody>
      </p:sp>
      <p:cxnSp>
        <p:nvCxnSpPr>
          <p:cNvPr id="173" name="Straight Connector 172">
            <a:extLst>
              <a:ext uri="{FF2B5EF4-FFF2-40B4-BE49-F238E27FC236}">
                <a16:creationId xmlns:a16="http://schemas.microsoft.com/office/drawing/2014/main" id="{414EC1A0-F089-B516-09CA-D46D25DDFDD7}"/>
              </a:ext>
            </a:extLst>
          </p:cNvPr>
          <p:cNvCxnSpPr>
            <a:cxnSpLocks/>
          </p:cNvCxnSpPr>
          <p:nvPr/>
        </p:nvCxnSpPr>
        <p:spPr>
          <a:xfrm flipV="1">
            <a:off x="10697377" y="1389644"/>
            <a:ext cx="0" cy="32037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74" name="Rectangle 173">
            <a:extLst>
              <a:ext uri="{FF2B5EF4-FFF2-40B4-BE49-F238E27FC236}">
                <a16:creationId xmlns:a16="http://schemas.microsoft.com/office/drawing/2014/main" id="{B6D4E4F2-EB60-0DC6-CFD5-C4D492774095}"/>
              </a:ext>
            </a:extLst>
          </p:cNvPr>
          <p:cNvSpPr/>
          <p:nvPr/>
        </p:nvSpPr>
        <p:spPr>
          <a:xfrm>
            <a:off x="10624804" y="1290643"/>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Tree>
    <p:extLst>
      <p:ext uri="{BB962C8B-B14F-4D97-AF65-F5344CB8AC3E}">
        <p14:creationId xmlns:p14="http://schemas.microsoft.com/office/powerpoint/2010/main" val="1770494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over slide option 1">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702053" y="1585468"/>
            <a:ext cx="8686800" cy="2105012"/>
          </a:xfrm>
        </p:spPr>
        <p:txBody>
          <a:bodyPr anchor="b" anchorCtr="0"/>
          <a:lstStyle>
            <a:lvl1pPr algn="l">
              <a:defRPr sz="48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latin typeface="Aptos Light" panose="020B0004020202020204" pitchFamily="34" charset="0"/>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dirty="0"/>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over slide option 2">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latin typeface="Aptos Light" panose="020B0004020202020204" pitchFamily="34" charset="0"/>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564612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ver slide option 3">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1211030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ver slide option 4">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24337768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over slide option 4">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9" name="UST" descr="UST">
            <a:extLst>
              <a:ext uri="{FF2B5EF4-FFF2-40B4-BE49-F238E27FC236}">
                <a16:creationId xmlns:a16="http://schemas.microsoft.com/office/drawing/2014/main" id="{6F560B5D-F430-7088-D59F-7B7BA25ED293}"/>
              </a:ext>
            </a:extLst>
          </p:cNvPr>
          <p:cNvSpPr>
            <a:spLocks noChangeAspect="1" noEditPoints="1"/>
          </p:cNvSpPr>
          <p:nvPr/>
        </p:nvSpPr>
        <p:spPr bwMode="black">
          <a:xfrm>
            <a:off x="365125" y="358775"/>
            <a:ext cx="732109" cy="81000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cxnSp>
        <p:nvCxnSpPr>
          <p:cNvPr id="11" name="Straight Connector 10">
            <a:extLst>
              <a:ext uri="{FF2B5EF4-FFF2-40B4-BE49-F238E27FC236}">
                <a16:creationId xmlns:a16="http://schemas.microsoft.com/office/drawing/2014/main" id="{7DE9729B-D502-0D7F-154E-21A46B3FCB08}"/>
              </a:ext>
            </a:extLst>
          </p:cNvPr>
          <p:cNvCxnSpPr>
            <a:cxnSpLocks/>
          </p:cNvCxnSpPr>
          <p:nvPr/>
        </p:nvCxnSpPr>
        <p:spPr>
          <a:xfrm>
            <a:off x="1337946" y="371716"/>
            <a:ext cx="0" cy="792000"/>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Tree>
    <p:extLst>
      <p:ext uri="{BB962C8B-B14F-4D97-AF65-F5344CB8AC3E}">
        <p14:creationId xmlns:p14="http://schemas.microsoft.com/office/powerpoint/2010/main" val="25913100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ver slide option 5">
    <p:bg>
      <p:bgRef idx="1001">
        <a:schemeClr val="bg1"/>
      </p:bgRef>
    </p:bg>
    <p:spTree>
      <p:nvGrpSpPr>
        <p:cNvPr id="1" name=""/>
        <p:cNvGrpSpPr/>
        <p:nvPr/>
      </p:nvGrpSpPr>
      <p:grpSpPr>
        <a:xfrm>
          <a:off x="0" y="0"/>
          <a:ext cx="0" cy="0"/>
          <a:chOff x="0" y="0"/>
          <a:chExt cx="0" cy="0"/>
        </a:xfrm>
      </p:grpSpPr>
      <p:pic>
        <p:nvPicPr>
          <p:cNvPr id="4" name="Picture Placeholder 9" descr="A picture containing sky, water, outdoor&#10;&#10;Description automatically generated">
            <a:extLst>
              <a:ext uri="{FF2B5EF4-FFF2-40B4-BE49-F238E27FC236}">
                <a16:creationId xmlns:a16="http://schemas.microsoft.com/office/drawing/2014/main" id="{EDFC6823-FF63-4F4F-9127-CAA6E3928ED0}"/>
              </a:ext>
            </a:extLst>
          </p:cNvPr>
          <p:cNvPicPr>
            <a:picLocks noChangeAspect="1"/>
          </p:cNvPicPr>
          <p:nvPr/>
        </p:nvPicPr>
        <p:blipFill rotWithShape="1">
          <a:blip r:embed="rId2"/>
          <a:srcRect l="74" r="3839" b="3765"/>
          <a:stretch/>
        </p:blipFill>
        <p:spPr>
          <a:xfrm>
            <a:off x="0" y="0"/>
            <a:ext cx="12192000" cy="6856413"/>
          </a:xfrm>
          <a:prstGeom prst="rect">
            <a:avLst/>
          </a:prstGeom>
        </p:spPr>
      </p:pic>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6" name="UST" descr="UST">
            <a:extLst>
              <a:ext uri="{FF2B5EF4-FFF2-40B4-BE49-F238E27FC236}">
                <a16:creationId xmlns:a16="http://schemas.microsoft.com/office/drawing/2014/main" id="{EE8A81E1-DE09-7CB1-9795-9302AA213937}"/>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Aptos Light" panose="020B0004020202020204" pitchFamily="34" charset="0"/>
            </a:endParaRPr>
          </a:p>
        </p:txBody>
      </p:sp>
    </p:spTree>
    <p:extLst>
      <p:ext uri="{BB962C8B-B14F-4D97-AF65-F5344CB8AC3E}">
        <p14:creationId xmlns:p14="http://schemas.microsoft.com/office/powerpoint/2010/main" val="4985682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Cover slide option 5">
    <p:bg>
      <p:bgRef idx="1001">
        <a:schemeClr val="bg1"/>
      </p:bgRef>
    </p:bg>
    <p:spTree>
      <p:nvGrpSpPr>
        <p:cNvPr id="1" name=""/>
        <p:cNvGrpSpPr/>
        <p:nvPr/>
      </p:nvGrpSpPr>
      <p:grpSpPr>
        <a:xfrm>
          <a:off x="0" y="0"/>
          <a:ext cx="0" cy="0"/>
          <a:chOff x="0" y="0"/>
          <a:chExt cx="0" cy="0"/>
        </a:xfrm>
      </p:grpSpPr>
      <p:pic>
        <p:nvPicPr>
          <p:cNvPr id="14" name="Picture 13" descr="A person and person looking at a tablet&#10;&#10;Description automatically generated">
            <a:extLst>
              <a:ext uri="{FF2B5EF4-FFF2-40B4-BE49-F238E27FC236}">
                <a16:creationId xmlns:a16="http://schemas.microsoft.com/office/drawing/2014/main" id="{286D4F5F-2143-7413-017A-1D4DC62ACD6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041" r="2041"/>
          <a:stretch/>
        </p:blipFill>
        <p:spPr>
          <a:xfrm>
            <a:off x="0" y="0"/>
            <a:ext cx="12192000" cy="6858000"/>
          </a:xfrm>
          <a:prstGeom prst="rect">
            <a:avLst/>
          </a:prstGeom>
        </p:spPr>
      </p:pic>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6" name="UST" descr="UST">
            <a:extLst>
              <a:ext uri="{FF2B5EF4-FFF2-40B4-BE49-F238E27FC236}">
                <a16:creationId xmlns:a16="http://schemas.microsoft.com/office/drawing/2014/main" id="{EE8A81E1-DE09-7CB1-9795-9302AA213937}"/>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Aptos Light" panose="020B0004020202020204" pitchFamily="34" charset="0"/>
            </a:endParaRPr>
          </a:p>
        </p:txBody>
      </p:sp>
    </p:spTree>
    <p:extLst>
      <p:ext uri="{BB962C8B-B14F-4D97-AF65-F5344CB8AC3E}">
        <p14:creationId xmlns:p14="http://schemas.microsoft.com/office/powerpoint/2010/main" val="32559152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ver slide option 7">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0" y="-1"/>
            <a:ext cx="121920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9" name="Subtitle 2">
            <a:extLst>
              <a:ext uri="{FF2B5EF4-FFF2-40B4-BE49-F238E27FC236}">
                <a16:creationId xmlns:a16="http://schemas.microsoft.com/office/drawing/2014/main" id="{3107067A-FCAA-8C72-B454-ED1ACC2EC5BB}"/>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1" name="Text Placeholder 3">
            <a:extLst>
              <a:ext uri="{FF2B5EF4-FFF2-40B4-BE49-F238E27FC236}">
                <a16:creationId xmlns:a16="http://schemas.microsoft.com/office/drawing/2014/main" id="{0339DAFF-1198-F640-683F-024536A42C75}"/>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13" name="Text Placeholder 3">
            <a:extLst>
              <a:ext uri="{FF2B5EF4-FFF2-40B4-BE49-F238E27FC236}">
                <a16:creationId xmlns:a16="http://schemas.microsoft.com/office/drawing/2014/main" id="{A1302373-182B-29E4-E443-D6C8F5F97F97}"/>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14" name="UST" descr="UST">
            <a:extLst>
              <a:ext uri="{FF2B5EF4-FFF2-40B4-BE49-F238E27FC236}">
                <a16:creationId xmlns:a16="http://schemas.microsoft.com/office/drawing/2014/main" id="{D64FE565-A979-A6FD-86C3-B897AC101905}"/>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Tree>
    <p:extLst>
      <p:ext uri="{BB962C8B-B14F-4D97-AF65-F5344CB8AC3E}">
        <p14:creationId xmlns:p14="http://schemas.microsoft.com/office/powerpoint/2010/main" val="15216395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ver slide option 8">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0" y="-1"/>
            <a:ext cx="121920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8"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9" name="Subtitle 2">
            <a:extLst>
              <a:ext uri="{FF2B5EF4-FFF2-40B4-BE49-F238E27FC236}">
                <a16:creationId xmlns:a16="http://schemas.microsoft.com/office/drawing/2014/main" id="{3107067A-FCAA-8C72-B454-ED1ACC2EC5BB}"/>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1" name="Text Placeholder 3">
            <a:extLst>
              <a:ext uri="{FF2B5EF4-FFF2-40B4-BE49-F238E27FC236}">
                <a16:creationId xmlns:a16="http://schemas.microsoft.com/office/drawing/2014/main" id="{0339DAFF-1198-F640-683F-024536A42C75}"/>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13" name="Text Placeholder 3">
            <a:extLst>
              <a:ext uri="{FF2B5EF4-FFF2-40B4-BE49-F238E27FC236}">
                <a16:creationId xmlns:a16="http://schemas.microsoft.com/office/drawing/2014/main" id="{A1302373-182B-29E4-E443-D6C8F5F97F97}"/>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959487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ver slide option 9">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7124700" y="-1"/>
            <a:ext cx="50673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7" name="Text Placeholder 3">
            <a:extLst>
              <a:ext uri="{FF2B5EF4-FFF2-40B4-BE49-F238E27FC236}">
                <a16:creationId xmlns:a16="http://schemas.microsoft.com/office/drawing/2014/main" id="{4A9F2D56-AB74-8681-8E0A-26241D6A4532}"/>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9959188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over slide option 9">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7124700" y="-1"/>
            <a:ext cx="50673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7" name="Text Placeholder 3">
            <a:extLst>
              <a:ext uri="{FF2B5EF4-FFF2-40B4-BE49-F238E27FC236}">
                <a16:creationId xmlns:a16="http://schemas.microsoft.com/office/drawing/2014/main" id="{4A9F2D56-AB74-8681-8E0A-26241D6A4532}"/>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2" name="UST" descr="UST">
            <a:extLst>
              <a:ext uri="{FF2B5EF4-FFF2-40B4-BE49-F238E27FC236}">
                <a16:creationId xmlns:a16="http://schemas.microsoft.com/office/drawing/2014/main" id="{61ECC60D-8478-8819-B2C5-E76BC9CEC548}"/>
              </a:ext>
            </a:extLst>
          </p:cNvPr>
          <p:cNvSpPr>
            <a:spLocks noChangeAspect="1" noEditPoints="1"/>
          </p:cNvSpPr>
          <p:nvPr/>
        </p:nvSpPr>
        <p:spPr bwMode="black">
          <a:xfrm>
            <a:off x="365125" y="358775"/>
            <a:ext cx="732109" cy="81000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cxnSp>
        <p:nvCxnSpPr>
          <p:cNvPr id="4" name="Straight Connector 3">
            <a:extLst>
              <a:ext uri="{FF2B5EF4-FFF2-40B4-BE49-F238E27FC236}">
                <a16:creationId xmlns:a16="http://schemas.microsoft.com/office/drawing/2014/main" id="{5CA66234-B48E-5445-1A41-1E32BEFDE005}"/>
              </a:ext>
            </a:extLst>
          </p:cNvPr>
          <p:cNvCxnSpPr>
            <a:cxnSpLocks/>
          </p:cNvCxnSpPr>
          <p:nvPr/>
        </p:nvCxnSpPr>
        <p:spPr>
          <a:xfrm>
            <a:off x="1337946" y="371716"/>
            <a:ext cx="0" cy="792000"/>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Tree>
    <p:extLst>
      <p:ext uri="{BB962C8B-B14F-4D97-AF65-F5344CB8AC3E}">
        <p14:creationId xmlns:p14="http://schemas.microsoft.com/office/powerpoint/2010/main" val="38204152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with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atin typeface="Aptos Light" panose="020B0004020202020204" pitchFamily="34" charset="0"/>
              </a:defRPr>
            </a:lvl1pPr>
          </a:lstStyle>
          <a:p>
            <a:r>
              <a:rPr lang="en-US" dirty="0"/>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atin typeface="Aptos Light" panose="020B0004020202020204" pitchFamily="34" charset="0"/>
              </a:defRPr>
            </a:lvl1pPr>
            <a:lvl2pPr marL="182880" indent="0">
              <a:buNone/>
              <a:defRPr>
                <a:latin typeface="Aptos Light" panose="020B0004020202020204" pitchFamily="34" charset="0"/>
              </a:defRPr>
            </a:lvl2pPr>
            <a:lvl3pPr marL="365760" indent="0">
              <a:buNone/>
              <a:defRPr/>
            </a:lvl3pPr>
            <a:lvl4pPr marL="548640" indent="0">
              <a:buNone/>
              <a:defRPr/>
            </a:lvl4pPr>
            <a:lvl5pPr marL="731520" indent="0">
              <a:buNone/>
              <a:defRPr/>
            </a:lvl5pPr>
          </a:lstStyle>
          <a:p>
            <a:r>
              <a:rPr lang="en-US" dirty="0"/>
              <a:t>Agenda items are Aptos Light 18pt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with Photo 2">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6989128" y="3192779"/>
            <a:ext cx="4389385" cy="2845003"/>
          </a:xfrm>
        </p:spPr>
        <p:txBody>
          <a:bodyPr>
            <a:noAutofit/>
          </a:bodyPr>
          <a:lstStyle>
            <a:lvl1pPr marL="0" marR="0" indent="0" algn="l" defTabSz="914400" rtl="0" eaLnBrk="1" fontAlgn="auto" latinLnBrk="0" hangingPunct="1">
              <a:lnSpc>
                <a:spcPct val="100000"/>
              </a:lnSpc>
              <a:spcBef>
                <a:spcPts val="0"/>
              </a:spcBef>
              <a:spcAft>
                <a:spcPts val="600"/>
              </a:spcAft>
              <a:buClrTx/>
              <a:buSzTx/>
              <a:buFontTx/>
              <a:buNone/>
              <a:tabLst>
                <a:tab pos="5254625" algn="r"/>
              </a:tabLst>
              <a:defRPr sz="1600"/>
            </a:lvl1pPr>
            <a:lvl2pPr marL="182880" indent="0">
              <a:spcBef>
                <a:spcPts val="0"/>
              </a:spcBef>
              <a:spcAft>
                <a:spcPts val="600"/>
              </a:spcAft>
              <a:buNone/>
              <a:defRPr sz="1600"/>
            </a:lvl2pPr>
            <a:lvl3pPr marL="365760" indent="0">
              <a:buNone/>
              <a:defRPr/>
            </a:lvl3pPr>
            <a:lvl4pPr marL="548640" indent="0">
              <a:buNone/>
              <a:defRPr/>
            </a:lvl4pPr>
            <a:lvl5pPr marL="731520" indent="0">
              <a:buNone/>
              <a:defRPr/>
            </a:lvl5pPr>
          </a:lstStyle>
          <a:p>
            <a:r>
              <a:rPr lang="en-US" dirty="0"/>
              <a:t>Agenda items are Aptos Regular 16pt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
        <p:nvSpPr>
          <p:cNvPr id="7" name="Rectangle 6">
            <a:extLst>
              <a:ext uri="{FF2B5EF4-FFF2-40B4-BE49-F238E27FC236}">
                <a16:creationId xmlns:a16="http://schemas.microsoft.com/office/drawing/2014/main" id="{E0F7C84E-F8B1-08E4-D431-775DCC945E9A}"/>
              </a:ext>
            </a:extLst>
          </p:cNvPr>
          <p:cNvSpPr/>
          <p:nvPr/>
        </p:nvSpPr>
        <p:spPr>
          <a:xfrm>
            <a:off x="3781425" y="0"/>
            <a:ext cx="2880000" cy="288000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4099605" y="571500"/>
            <a:ext cx="2243640" cy="708660"/>
          </a:xfrm>
        </p:spPr>
        <p:txBody>
          <a:bodyPr/>
          <a:lstStyle>
            <a:lvl1pPr>
              <a:defRPr>
                <a:solidFill>
                  <a:schemeClr val="bg1"/>
                </a:solidFill>
              </a:defRPr>
            </a:lvl1pPr>
          </a:lstStyle>
          <a:p>
            <a:r>
              <a:rPr lang="en-US" dirty="0"/>
              <a:t>Agenda</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813486" y="1521683"/>
            <a:ext cx="4653864" cy="4650517"/>
          </a:xfrm>
          <a:solidFill>
            <a:srgbClr val="D7E0E3"/>
          </a:solidFill>
        </p:spPr>
        <p:txBody>
          <a:bodyPr anchor="ctr" anchorCtr="0">
            <a:normAutofit/>
          </a:bodyPr>
          <a:lstStyle>
            <a:lvl1pPr marL="0" indent="0" algn="ctr">
              <a:buNone/>
              <a:defRPr sz="1200"/>
            </a:lvl1pPr>
          </a:lstStyle>
          <a:p>
            <a:r>
              <a:rPr lang="en-US" dirty="0"/>
              <a:t>[Click icon to insert photo]</a:t>
            </a:r>
          </a:p>
        </p:txBody>
      </p:sp>
    </p:spTree>
    <p:extLst>
      <p:ext uri="{BB962C8B-B14F-4D97-AF65-F5344CB8AC3E}">
        <p14:creationId xmlns:p14="http://schemas.microsoft.com/office/powerpoint/2010/main" val="114596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Tree>
    <p:extLst>
      <p:ext uri="{BB962C8B-B14F-4D97-AF65-F5344CB8AC3E}">
        <p14:creationId xmlns:p14="http://schemas.microsoft.com/office/powerpoint/2010/main" val="427838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p15:clr>
            <a:srgbClr val="FBAE40"/>
          </p15:clr>
        </p15:guide>
        <p15:guide id="2" pos="2700">
          <p15:clr>
            <a:srgbClr val="FBAE40"/>
          </p15:clr>
        </p15:guide>
        <p15:guide id="3" orient="horz" pos="1266">
          <p15:clr>
            <a:srgbClr val="FBAE40"/>
          </p15:clr>
        </p15:guide>
        <p15:guide id="5" orient="horz" pos="4148">
          <p15:clr>
            <a:srgbClr val="FBAE40"/>
          </p15:clr>
        </p15:guide>
        <p15:guide id="6" pos="4978">
          <p15:clr>
            <a:srgbClr val="FBAE40"/>
          </p15:clr>
        </p15:guide>
        <p15:guide id="7" pos="5172">
          <p15:clr>
            <a:srgbClr val="FBAE40"/>
          </p15:clr>
        </p15:guide>
        <p15:guide id="8" orient="horz" pos="368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Content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2264273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Content with Image 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9E2B331-B0E6-E050-A108-F924CD8C4B87}"/>
              </a:ext>
            </a:extLst>
          </p:cNvPr>
          <p:cNvSpPr/>
          <p:nvPr/>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6" name="UST" descr="UST">
            <a:extLst>
              <a:ext uri="{FF2B5EF4-FFF2-40B4-BE49-F238E27FC236}">
                <a16:creationId xmlns:a16="http://schemas.microsoft.com/office/drawing/2014/main" id="{3C93D23E-A1DF-EFB2-42B6-96C86220A70A}"/>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7" name="Legal">
            <a:extLst>
              <a:ext uri="{FF2B5EF4-FFF2-40B4-BE49-F238E27FC236}">
                <a16:creationId xmlns:a16="http://schemas.microsoft.com/office/drawing/2014/main" id="{C8DBD0B0-9097-66F4-868E-CF3AB262634E}"/>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2025 UST Global Inc</a:t>
            </a:r>
          </a:p>
        </p:txBody>
      </p:sp>
      <p:sp>
        <p:nvSpPr>
          <p:cNvPr id="9" name="Slide Number Placeholder 10">
            <a:extLst>
              <a:ext uri="{FF2B5EF4-FFF2-40B4-BE49-F238E27FC236}">
                <a16:creationId xmlns:a16="http://schemas.microsoft.com/office/drawing/2014/main" id="{127CF079-132F-6A7B-6737-92012CC2154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10" name="Title 1">
            <a:extLst>
              <a:ext uri="{FF2B5EF4-FFF2-40B4-BE49-F238E27FC236}">
                <a16:creationId xmlns:a16="http://schemas.microsoft.com/office/drawing/2014/main" id="{A303E940-850F-F35A-2EB3-A69A4A65DED6}"/>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11" name="Content Placeholder 2">
            <a:extLst>
              <a:ext uri="{FF2B5EF4-FFF2-40B4-BE49-F238E27FC236}">
                <a16:creationId xmlns:a16="http://schemas.microsoft.com/office/drawing/2014/main" id="{A8F32DE4-21DF-8C35-6786-FC0077EB0C2E}"/>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2" name="Content Placeholder 3">
            <a:extLst>
              <a:ext uri="{FF2B5EF4-FFF2-40B4-BE49-F238E27FC236}">
                <a16:creationId xmlns:a16="http://schemas.microsoft.com/office/drawing/2014/main" id="{9104AAB7-09CC-AC46-AAA1-6359190CE56F}"/>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1" name="Content Placeholder 4">
            <a:extLst>
              <a:ext uri="{FF2B5EF4-FFF2-40B4-BE49-F238E27FC236}">
                <a16:creationId xmlns:a16="http://schemas.microsoft.com/office/drawing/2014/main" id="{7E660BF6-5580-6C7C-63DD-F580A1C6F030}"/>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2" name="Picture Placeholder 2">
            <a:extLst>
              <a:ext uri="{FF2B5EF4-FFF2-40B4-BE49-F238E27FC236}">
                <a16:creationId xmlns:a16="http://schemas.microsoft.com/office/drawing/2014/main" id="{275DE1D8-3A75-4AF8-864B-E9A17456323C}"/>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3" name="Content Placeholder 2">
            <a:extLst>
              <a:ext uri="{FF2B5EF4-FFF2-40B4-BE49-F238E27FC236}">
                <a16:creationId xmlns:a16="http://schemas.microsoft.com/office/drawing/2014/main" id="{78D4F353-515C-D10D-865A-0B81D22765D4}"/>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EBA80BE-FB86-FD65-42AA-AFCE7927641C}"/>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5" name="Text Placeholder 23">
            <a:extLst>
              <a:ext uri="{FF2B5EF4-FFF2-40B4-BE49-F238E27FC236}">
                <a16:creationId xmlns:a16="http://schemas.microsoft.com/office/drawing/2014/main" id="{65DFFE06-2B90-9CEB-01FC-1C3EDBEC1D2D}"/>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3D082826-A380-803B-BDE0-1DB4DD8A7ADD}"/>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833472CF-7769-325B-0CDF-237DE48BE389}"/>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8" name="Text Placeholder 23">
            <a:extLst>
              <a:ext uri="{FF2B5EF4-FFF2-40B4-BE49-F238E27FC236}">
                <a16:creationId xmlns:a16="http://schemas.microsoft.com/office/drawing/2014/main" id="{CA8963E8-E40E-350A-4136-1112AA09C81D}"/>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29" name="Text Placeholder 23">
            <a:extLst>
              <a:ext uri="{FF2B5EF4-FFF2-40B4-BE49-F238E27FC236}">
                <a16:creationId xmlns:a16="http://schemas.microsoft.com/office/drawing/2014/main" id="{EC2ADDDD-8562-6080-49C8-696E0783384D}"/>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661080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hree Content with Image B">
    <p:bg>
      <p:bgPr>
        <a:solidFill>
          <a:srgbClr val="231F20"/>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364444E-2019-6E8F-EC4B-36BBA47EFD9F}"/>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16" name="Content Placeholder 2">
            <a:extLst>
              <a:ext uri="{FF2B5EF4-FFF2-40B4-BE49-F238E27FC236}">
                <a16:creationId xmlns:a16="http://schemas.microsoft.com/office/drawing/2014/main" id="{E834DAF2-E59B-DEE3-8AB0-681CE3FE5468}"/>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7" name="Content Placeholder 3">
            <a:extLst>
              <a:ext uri="{FF2B5EF4-FFF2-40B4-BE49-F238E27FC236}">
                <a16:creationId xmlns:a16="http://schemas.microsoft.com/office/drawing/2014/main" id="{CE2375FB-50B0-C27A-E37B-B38DC599CFBD}"/>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8" name="Content Placeholder 4">
            <a:extLst>
              <a:ext uri="{FF2B5EF4-FFF2-40B4-BE49-F238E27FC236}">
                <a16:creationId xmlns:a16="http://schemas.microsoft.com/office/drawing/2014/main" id="{2D6C54A3-D374-164A-EFEF-939FB477BB9A}"/>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9" name="Picture Placeholder 2">
            <a:extLst>
              <a:ext uri="{FF2B5EF4-FFF2-40B4-BE49-F238E27FC236}">
                <a16:creationId xmlns:a16="http://schemas.microsoft.com/office/drawing/2014/main" id="{1CAFDF3D-2C2C-15D2-0865-6E1D992C742C}"/>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25F9F6F-4A18-C646-8389-A2D672AEB57A}"/>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1" name="Text Placeholder 23">
            <a:extLst>
              <a:ext uri="{FF2B5EF4-FFF2-40B4-BE49-F238E27FC236}">
                <a16:creationId xmlns:a16="http://schemas.microsoft.com/office/drawing/2014/main" id="{47D3A49B-64C9-C8A4-155B-D6BBB5A92E29}"/>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2" name="Text Placeholder 23">
            <a:extLst>
              <a:ext uri="{FF2B5EF4-FFF2-40B4-BE49-F238E27FC236}">
                <a16:creationId xmlns:a16="http://schemas.microsoft.com/office/drawing/2014/main" id="{C7F796D1-81D5-8404-761F-A1F696005BDC}"/>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3" name="Text Placeholder 23">
            <a:extLst>
              <a:ext uri="{FF2B5EF4-FFF2-40B4-BE49-F238E27FC236}">
                <a16:creationId xmlns:a16="http://schemas.microsoft.com/office/drawing/2014/main" id="{28B42F5C-7089-715B-234A-4E1B545B3CF9}"/>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4" name="Text Placeholder 23">
            <a:extLst>
              <a:ext uri="{FF2B5EF4-FFF2-40B4-BE49-F238E27FC236}">
                <a16:creationId xmlns:a16="http://schemas.microsoft.com/office/drawing/2014/main" id="{552FC7C8-6258-AFF8-721E-9A94776BFC18}"/>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5" name="Text Placeholder 23">
            <a:extLst>
              <a:ext uri="{FF2B5EF4-FFF2-40B4-BE49-F238E27FC236}">
                <a16:creationId xmlns:a16="http://schemas.microsoft.com/office/drawing/2014/main" id="{6D993AD9-3F72-1911-3277-3F30779F2CF2}"/>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26" name="Text Placeholder 23">
            <a:extLst>
              <a:ext uri="{FF2B5EF4-FFF2-40B4-BE49-F238E27FC236}">
                <a16:creationId xmlns:a16="http://schemas.microsoft.com/office/drawing/2014/main" id="{DCCC69E2-0BD4-9DE4-8019-E3BAEBE2C9AB}"/>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28572987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Content Option 2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365125"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288853"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211629"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110517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Content with Image and ic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8800"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365125"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5" name="Picture Placeholder 2">
            <a:extLst>
              <a:ext uri="{FF2B5EF4-FFF2-40B4-BE49-F238E27FC236}">
                <a16:creationId xmlns:a16="http://schemas.microsoft.com/office/drawing/2014/main" id="{0F45E6E8-6D06-3395-045E-8392F442DB9E}"/>
              </a:ext>
            </a:extLst>
          </p:cNvPr>
          <p:cNvSpPr>
            <a:spLocks noGrp="1"/>
          </p:cNvSpPr>
          <p:nvPr>
            <p:ph type="pic" sz="quarter" idx="30" hasCustomPrompt="1"/>
          </p:nvPr>
        </p:nvSpPr>
        <p:spPr>
          <a:xfrm>
            <a:off x="4289425"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Picture Placeholder 2">
            <a:extLst>
              <a:ext uri="{FF2B5EF4-FFF2-40B4-BE49-F238E27FC236}">
                <a16:creationId xmlns:a16="http://schemas.microsoft.com/office/drawing/2014/main" id="{E36BBA27-0A93-6974-7E10-583A48ADE5A2}"/>
              </a:ext>
            </a:extLst>
          </p:cNvPr>
          <p:cNvSpPr>
            <a:spLocks noGrp="1"/>
          </p:cNvSpPr>
          <p:nvPr>
            <p:ph type="pic" sz="quarter" idx="31" hasCustomPrompt="1"/>
          </p:nvPr>
        </p:nvSpPr>
        <p:spPr>
          <a:xfrm>
            <a:off x="8210042"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7" name="Text Placeholder 23">
            <a:extLst>
              <a:ext uri="{FF2B5EF4-FFF2-40B4-BE49-F238E27FC236}">
                <a16:creationId xmlns:a16="http://schemas.microsoft.com/office/drawing/2014/main" id="{2F6FB681-7F9F-4615-8967-07D2F362DD11}"/>
              </a:ext>
            </a:extLst>
          </p:cNvPr>
          <p:cNvSpPr>
            <a:spLocks noGrp="1"/>
          </p:cNvSpPr>
          <p:nvPr>
            <p:ph type="body" sz="quarter" idx="24" hasCustomPrompt="1"/>
          </p:nvPr>
        </p:nvSpPr>
        <p:spPr>
          <a:xfrm>
            <a:off x="869125"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9" name="Text Placeholder 23">
            <a:extLst>
              <a:ext uri="{FF2B5EF4-FFF2-40B4-BE49-F238E27FC236}">
                <a16:creationId xmlns:a16="http://schemas.microsoft.com/office/drawing/2014/main" id="{A897311A-B495-09CE-DB8C-5F39F9C47A3D}"/>
              </a:ext>
            </a:extLst>
          </p:cNvPr>
          <p:cNvSpPr>
            <a:spLocks noGrp="1"/>
          </p:cNvSpPr>
          <p:nvPr>
            <p:ph type="body" sz="quarter" idx="25" hasCustomPrompt="1"/>
          </p:nvPr>
        </p:nvSpPr>
        <p:spPr>
          <a:xfrm>
            <a:off x="4792853"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0" name="Text Placeholder 23">
            <a:extLst>
              <a:ext uri="{FF2B5EF4-FFF2-40B4-BE49-F238E27FC236}">
                <a16:creationId xmlns:a16="http://schemas.microsoft.com/office/drawing/2014/main" id="{A0828D6F-D6E7-4E92-915F-5E89C830B0C5}"/>
              </a:ext>
            </a:extLst>
          </p:cNvPr>
          <p:cNvSpPr>
            <a:spLocks noGrp="1"/>
          </p:cNvSpPr>
          <p:nvPr>
            <p:ph type="body" sz="quarter" idx="26" hasCustomPrompt="1"/>
          </p:nvPr>
        </p:nvSpPr>
        <p:spPr>
          <a:xfrm>
            <a:off x="8715629"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1" name="Picture Placeholder 16">
            <a:extLst>
              <a:ext uri="{FF2B5EF4-FFF2-40B4-BE49-F238E27FC236}">
                <a16:creationId xmlns:a16="http://schemas.microsoft.com/office/drawing/2014/main" id="{61B78E16-3C78-9C64-0825-69BE6AF14C55}"/>
              </a:ext>
            </a:extLst>
          </p:cNvPr>
          <p:cNvSpPr>
            <a:spLocks noGrp="1"/>
          </p:cNvSpPr>
          <p:nvPr>
            <p:ph type="pic" sz="quarter" idx="39" hasCustomPrompt="1"/>
          </p:nvPr>
        </p:nvSpPr>
        <p:spPr>
          <a:xfrm>
            <a:off x="365125" y="1828800"/>
            <a:ext cx="447007" cy="495222"/>
          </a:xfrm>
        </p:spPr>
        <p:txBody>
          <a:bodyPr anchor="ctr">
            <a:normAutofit/>
          </a:bodyPr>
          <a:lstStyle>
            <a:lvl1pPr marL="0" indent="0">
              <a:buNone/>
              <a:defRPr sz="1400"/>
            </a:lvl1pPr>
          </a:lstStyle>
          <a:p>
            <a:r>
              <a:rPr lang="en-US" dirty="0"/>
              <a:t>Icon</a:t>
            </a:r>
          </a:p>
        </p:txBody>
      </p:sp>
      <p:sp>
        <p:nvSpPr>
          <p:cNvPr id="12" name="Picture Placeholder 16">
            <a:extLst>
              <a:ext uri="{FF2B5EF4-FFF2-40B4-BE49-F238E27FC236}">
                <a16:creationId xmlns:a16="http://schemas.microsoft.com/office/drawing/2014/main" id="{138225F8-7446-6E20-77BC-4AC7A5AE445C}"/>
              </a:ext>
            </a:extLst>
          </p:cNvPr>
          <p:cNvSpPr>
            <a:spLocks noGrp="1"/>
          </p:cNvSpPr>
          <p:nvPr>
            <p:ph type="pic" sz="quarter" idx="41" hasCustomPrompt="1"/>
          </p:nvPr>
        </p:nvSpPr>
        <p:spPr>
          <a:xfrm>
            <a:off x="4288536" y="1828800"/>
            <a:ext cx="447007" cy="495222"/>
          </a:xfrm>
        </p:spPr>
        <p:txBody>
          <a:bodyPr anchor="ctr">
            <a:normAutofit/>
          </a:bodyPr>
          <a:lstStyle>
            <a:lvl1pPr marL="0" indent="0">
              <a:buNone/>
              <a:defRPr sz="1400"/>
            </a:lvl1pPr>
          </a:lstStyle>
          <a:p>
            <a:r>
              <a:rPr lang="en-US" dirty="0"/>
              <a:t>Icon</a:t>
            </a:r>
          </a:p>
        </p:txBody>
      </p:sp>
      <p:sp>
        <p:nvSpPr>
          <p:cNvPr id="13" name="Picture Placeholder 16">
            <a:extLst>
              <a:ext uri="{FF2B5EF4-FFF2-40B4-BE49-F238E27FC236}">
                <a16:creationId xmlns:a16="http://schemas.microsoft.com/office/drawing/2014/main" id="{AC7B56ED-862A-7ECA-8543-61DB81F8AC58}"/>
              </a:ext>
            </a:extLst>
          </p:cNvPr>
          <p:cNvSpPr>
            <a:spLocks noGrp="1"/>
          </p:cNvSpPr>
          <p:nvPr>
            <p:ph type="pic" sz="quarter" idx="43" hasCustomPrompt="1"/>
          </p:nvPr>
        </p:nvSpPr>
        <p:spPr>
          <a:xfrm>
            <a:off x="8211312" y="1828800"/>
            <a:ext cx="447007" cy="495222"/>
          </a:xfrm>
        </p:spPr>
        <p:txBody>
          <a:bodyPr anchor="ctr">
            <a:normAutofit/>
          </a:bodyPr>
          <a:lstStyle>
            <a:lvl1pPr marL="0" indent="0">
              <a:buNone/>
              <a:defRPr sz="1400"/>
            </a:lvl1pPr>
          </a:lstStyle>
          <a:p>
            <a:r>
              <a:rPr lang="en-US" dirty="0"/>
              <a:t>Icon</a:t>
            </a:r>
          </a:p>
        </p:txBody>
      </p:sp>
    </p:spTree>
    <p:extLst>
      <p:ext uri="{BB962C8B-B14F-4D97-AF65-F5344CB8AC3E}">
        <p14:creationId xmlns:p14="http://schemas.microsoft.com/office/powerpoint/2010/main" val="1727377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ix Content Option 1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795838"/>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795838"/>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795838"/>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869125"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365760" y="4820025"/>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6" name="Content Placeholder 3">
            <a:extLst>
              <a:ext uri="{FF2B5EF4-FFF2-40B4-BE49-F238E27FC236}">
                <a16:creationId xmlns:a16="http://schemas.microsoft.com/office/drawing/2014/main" id="{12A084B9-7D39-7396-6EC5-F5A7101DA7F2}"/>
              </a:ext>
            </a:extLst>
          </p:cNvPr>
          <p:cNvSpPr>
            <a:spLocks noGrp="1"/>
          </p:cNvSpPr>
          <p:nvPr>
            <p:ph sz="half" idx="31" hasCustomPrompt="1"/>
          </p:nvPr>
        </p:nvSpPr>
        <p:spPr>
          <a:xfrm>
            <a:off x="4288536" y="4820025"/>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7" name="Content Placeholder 4">
            <a:extLst>
              <a:ext uri="{FF2B5EF4-FFF2-40B4-BE49-F238E27FC236}">
                <a16:creationId xmlns:a16="http://schemas.microsoft.com/office/drawing/2014/main" id="{E1910ABB-1FCE-94BB-AD02-2F4C4B198284}"/>
              </a:ext>
            </a:extLst>
          </p:cNvPr>
          <p:cNvSpPr>
            <a:spLocks noGrp="1"/>
          </p:cNvSpPr>
          <p:nvPr>
            <p:ph sz="quarter" idx="32" hasCustomPrompt="1"/>
          </p:nvPr>
        </p:nvSpPr>
        <p:spPr>
          <a:xfrm>
            <a:off x="8211312" y="4820025"/>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69125"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0" name="Text Placeholder 23">
            <a:extLst>
              <a:ext uri="{FF2B5EF4-FFF2-40B4-BE49-F238E27FC236}">
                <a16:creationId xmlns:a16="http://schemas.microsoft.com/office/drawing/2014/main" id="{F6335194-5809-B959-71C7-0A5D5F4C5383}"/>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1" name="Text Placeholder 23">
            <a:extLst>
              <a:ext uri="{FF2B5EF4-FFF2-40B4-BE49-F238E27FC236}">
                <a16:creationId xmlns:a16="http://schemas.microsoft.com/office/drawing/2014/main" id="{C88192B2-3D25-87E7-AC4D-4F6EBB3B928F}"/>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2" name="Text Placeholder 23">
            <a:extLst>
              <a:ext uri="{FF2B5EF4-FFF2-40B4-BE49-F238E27FC236}">
                <a16:creationId xmlns:a16="http://schemas.microsoft.com/office/drawing/2014/main" id="{D1C58A3A-A744-D50F-0853-86EDAA885E05}"/>
              </a:ext>
            </a:extLst>
          </p:cNvPr>
          <p:cNvSpPr>
            <a:spLocks noGrp="1"/>
          </p:cNvSpPr>
          <p:nvPr>
            <p:ph type="body" sz="quarter" idx="36" hasCustomPrompt="1"/>
          </p:nvPr>
        </p:nvSpPr>
        <p:spPr>
          <a:xfrm>
            <a:off x="365125"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04</a:t>
            </a:r>
          </a:p>
        </p:txBody>
      </p:sp>
      <p:sp>
        <p:nvSpPr>
          <p:cNvPr id="13" name="Text Placeholder 23">
            <a:extLst>
              <a:ext uri="{FF2B5EF4-FFF2-40B4-BE49-F238E27FC236}">
                <a16:creationId xmlns:a16="http://schemas.microsoft.com/office/drawing/2014/main" id="{58E3DD6C-FD82-3AFF-16F7-B3FA316CC523}"/>
              </a:ext>
            </a:extLst>
          </p:cNvPr>
          <p:cNvSpPr>
            <a:spLocks noGrp="1"/>
          </p:cNvSpPr>
          <p:nvPr>
            <p:ph type="body" sz="quarter" idx="37" hasCustomPrompt="1"/>
          </p:nvPr>
        </p:nvSpPr>
        <p:spPr>
          <a:xfrm>
            <a:off x="4288853"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05</a:t>
            </a:r>
          </a:p>
        </p:txBody>
      </p:sp>
      <p:sp>
        <p:nvSpPr>
          <p:cNvPr id="15" name="Text Placeholder 23">
            <a:extLst>
              <a:ext uri="{FF2B5EF4-FFF2-40B4-BE49-F238E27FC236}">
                <a16:creationId xmlns:a16="http://schemas.microsoft.com/office/drawing/2014/main" id="{23649147-3EEE-430F-99EE-0A0DBFC8A465}"/>
              </a:ext>
            </a:extLst>
          </p:cNvPr>
          <p:cNvSpPr>
            <a:spLocks noGrp="1"/>
          </p:cNvSpPr>
          <p:nvPr>
            <p:ph type="body" sz="quarter" idx="38" hasCustomPrompt="1"/>
          </p:nvPr>
        </p:nvSpPr>
        <p:spPr>
          <a:xfrm>
            <a:off x="8211629"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06</a:t>
            </a:r>
          </a:p>
        </p:txBody>
      </p:sp>
    </p:spTree>
    <p:extLst>
      <p:ext uri="{BB962C8B-B14F-4D97-AF65-F5344CB8AC3E}">
        <p14:creationId xmlns:p14="http://schemas.microsoft.com/office/powerpoint/2010/main" val="2401673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ix Content with Image and ic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869125"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365760"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6" name="Content Placeholder 3">
            <a:extLst>
              <a:ext uri="{FF2B5EF4-FFF2-40B4-BE49-F238E27FC236}">
                <a16:creationId xmlns:a16="http://schemas.microsoft.com/office/drawing/2014/main" id="{12A084B9-7D39-7396-6EC5-F5A7101DA7F2}"/>
              </a:ext>
            </a:extLst>
          </p:cNvPr>
          <p:cNvSpPr>
            <a:spLocks noGrp="1"/>
          </p:cNvSpPr>
          <p:nvPr>
            <p:ph sz="half" idx="31" hasCustomPrompt="1"/>
          </p:nvPr>
        </p:nvSpPr>
        <p:spPr>
          <a:xfrm>
            <a:off x="4288536"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7" name="Content Placeholder 4">
            <a:extLst>
              <a:ext uri="{FF2B5EF4-FFF2-40B4-BE49-F238E27FC236}">
                <a16:creationId xmlns:a16="http://schemas.microsoft.com/office/drawing/2014/main" id="{E1910ABB-1FCE-94BB-AD02-2F4C4B198284}"/>
              </a:ext>
            </a:extLst>
          </p:cNvPr>
          <p:cNvSpPr>
            <a:spLocks noGrp="1"/>
          </p:cNvSpPr>
          <p:nvPr>
            <p:ph sz="quarter" idx="32" hasCustomPrompt="1"/>
          </p:nvPr>
        </p:nvSpPr>
        <p:spPr>
          <a:xfrm>
            <a:off x="8211312"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69125"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0" name="Text Placeholder 23">
            <a:extLst>
              <a:ext uri="{FF2B5EF4-FFF2-40B4-BE49-F238E27FC236}">
                <a16:creationId xmlns:a16="http://schemas.microsoft.com/office/drawing/2014/main" id="{F6335194-5809-B959-71C7-0A5D5F4C5383}"/>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1" name="Text Placeholder 23">
            <a:extLst>
              <a:ext uri="{FF2B5EF4-FFF2-40B4-BE49-F238E27FC236}">
                <a16:creationId xmlns:a16="http://schemas.microsoft.com/office/drawing/2014/main" id="{C88192B2-3D25-87E7-AC4D-4F6EBB3B928F}"/>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7" name="Picture Placeholder 16">
            <a:extLst>
              <a:ext uri="{FF2B5EF4-FFF2-40B4-BE49-F238E27FC236}">
                <a16:creationId xmlns:a16="http://schemas.microsoft.com/office/drawing/2014/main" id="{380A1048-C1FC-4ADD-FB84-F02090974481}"/>
              </a:ext>
            </a:extLst>
          </p:cNvPr>
          <p:cNvSpPr>
            <a:spLocks noGrp="1"/>
          </p:cNvSpPr>
          <p:nvPr>
            <p:ph type="pic" sz="quarter" idx="39" hasCustomPrompt="1"/>
          </p:nvPr>
        </p:nvSpPr>
        <p:spPr>
          <a:xfrm>
            <a:off x="365125" y="2365974"/>
            <a:ext cx="447007" cy="300179"/>
          </a:xfrm>
        </p:spPr>
        <p:txBody>
          <a:bodyPr anchor="ctr">
            <a:normAutofit/>
          </a:bodyPr>
          <a:lstStyle>
            <a:lvl1pPr marL="0" indent="0">
              <a:buNone/>
              <a:defRPr sz="1400"/>
            </a:lvl1pPr>
          </a:lstStyle>
          <a:p>
            <a:r>
              <a:rPr lang="en-US" dirty="0"/>
              <a:t>Icon</a:t>
            </a:r>
          </a:p>
        </p:txBody>
      </p:sp>
      <p:sp>
        <p:nvSpPr>
          <p:cNvPr id="18" name="Picture Placeholder 16">
            <a:extLst>
              <a:ext uri="{FF2B5EF4-FFF2-40B4-BE49-F238E27FC236}">
                <a16:creationId xmlns:a16="http://schemas.microsoft.com/office/drawing/2014/main" id="{54FA2183-1620-5C55-1993-4DE9F5DD39F6}"/>
              </a:ext>
            </a:extLst>
          </p:cNvPr>
          <p:cNvSpPr>
            <a:spLocks noGrp="1"/>
          </p:cNvSpPr>
          <p:nvPr>
            <p:ph type="pic" sz="quarter" idx="40" hasCustomPrompt="1"/>
          </p:nvPr>
        </p:nvSpPr>
        <p:spPr>
          <a:xfrm>
            <a:off x="365125" y="4389562"/>
            <a:ext cx="447007" cy="300179"/>
          </a:xfrm>
        </p:spPr>
        <p:txBody>
          <a:bodyPr anchor="ctr">
            <a:normAutofit/>
          </a:bodyPr>
          <a:lstStyle>
            <a:lvl1pPr marL="0" indent="0">
              <a:buNone/>
              <a:defRPr sz="1400"/>
            </a:lvl1pPr>
          </a:lstStyle>
          <a:p>
            <a:r>
              <a:rPr lang="en-US" dirty="0"/>
              <a:t>Icon</a:t>
            </a:r>
          </a:p>
        </p:txBody>
      </p:sp>
      <p:sp>
        <p:nvSpPr>
          <p:cNvPr id="19" name="Picture Placeholder 16">
            <a:extLst>
              <a:ext uri="{FF2B5EF4-FFF2-40B4-BE49-F238E27FC236}">
                <a16:creationId xmlns:a16="http://schemas.microsoft.com/office/drawing/2014/main" id="{ED2716BA-A975-D6E8-C17D-6D0650AED894}"/>
              </a:ext>
            </a:extLst>
          </p:cNvPr>
          <p:cNvSpPr>
            <a:spLocks noGrp="1"/>
          </p:cNvSpPr>
          <p:nvPr>
            <p:ph type="pic" sz="quarter" idx="41" hasCustomPrompt="1"/>
          </p:nvPr>
        </p:nvSpPr>
        <p:spPr>
          <a:xfrm>
            <a:off x="4288536" y="2365974"/>
            <a:ext cx="447007" cy="300179"/>
          </a:xfrm>
        </p:spPr>
        <p:txBody>
          <a:bodyPr anchor="ctr">
            <a:normAutofit/>
          </a:bodyPr>
          <a:lstStyle>
            <a:lvl1pPr marL="0" indent="0">
              <a:buNone/>
              <a:defRPr sz="1400"/>
            </a:lvl1pPr>
          </a:lstStyle>
          <a:p>
            <a:r>
              <a:rPr lang="en-US" dirty="0"/>
              <a:t>Icon</a:t>
            </a:r>
          </a:p>
        </p:txBody>
      </p:sp>
      <p:sp>
        <p:nvSpPr>
          <p:cNvPr id="20" name="Picture Placeholder 16">
            <a:extLst>
              <a:ext uri="{FF2B5EF4-FFF2-40B4-BE49-F238E27FC236}">
                <a16:creationId xmlns:a16="http://schemas.microsoft.com/office/drawing/2014/main" id="{B9F899F6-421E-4F71-9874-8C28C96AA6ED}"/>
              </a:ext>
            </a:extLst>
          </p:cNvPr>
          <p:cNvSpPr>
            <a:spLocks noGrp="1"/>
          </p:cNvSpPr>
          <p:nvPr>
            <p:ph type="pic" sz="quarter" idx="42" hasCustomPrompt="1"/>
          </p:nvPr>
        </p:nvSpPr>
        <p:spPr>
          <a:xfrm>
            <a:off x="4288536" y="4389562"/>
            <a:ext cx="447007" cy="300179"/>
          </a:xfrm>
        </p:spPr>
        <p:txBody>
          <a:bodyPr anchor="ctr">
            <a:normAutofit/>
          </a:bodyPr>
          <a:lstStyle>
            <a:lvl1pPr marL="0" indent="0">
              <a:buNone/>
              <a:defRPr sz="1400"/>
            </a:lvl1pPr>
          </a:lstStyle>
          <a:p>
            <a:r>
              <a:rPr lang="en-US" dirty="0"/>
              <a:t>Icon</a:t>
            </a:r>
          </a:p>
        </p:txBody>
      </p:sp>
      <p:sp>
        <p:nvSpPr>
          <p:cNvPr id="21" name="Picture Placeholder 16">
            <a:extLst>
              <a:ext uri="{FF2B5EF4-FFF2-40B4-BE49-F238E27FC236}">
                <a16:creationId xmlns:a16="http://schemas.microsoft.com/office/drawing/2014/main" id="{707BCBC9-213C-83B4-6A2F-C2F7553D0449}"/>
              </a:ext>
            </a:extLst>
          </p:cNvPr>
          <p:cNvSpPr>
            <a:spLocks noGrp="1"/>
          </p:cNvSpPr>
          <p:nvPr>
            <p:ph type="pic" sz="quarter" idx="43" hasCustomPrompt="1"/>
          </p:nvPr>
        </p:nvSpPr>
        <p:spPr>
          <a:xfrm>
            <a:off x="8211312" y="2365974"/>
            <a:ext cx="447007" cy="300179"/>
          </a:xfrm>
        </p:spPr>
        <p:txBody>
          <a:bodyPr anchor="ctr">
            <a:normAutofit/>
          </a:bodyPr>
          <a:lstStyle>
            <a:lvl1pPr marL="0" indent="0">
              <a:buNone/>
              <a:defRPr sz="1400"/>
            </a:lvl1pPr>
          </a:lstStyle>
          <a:p>
            <a:r>
              <a:rPr lang="en-US" dirty="0"/>
              <a:t>Icon</a:t>
            </a:r>
          </a:p>
        </p:txBody>
      </p:sp>
      <p:sp>
        <p:nvSpPr>
          <p:cNvPr id="22" name="Picture Placeholder 16">
            <a:extLst>
              <a:ext uri="{FF2B5EF4-FFF2-40B4-BE49-F238E27FC236}">
                <a16:creationId xmlns:a16="http://schemas.microsoft.com/office/drawing/2014/main" id="{D2DC9F7C-F193-02E0-9379-7A470BFE41A6}"/>
              </a:ext>
            </a:extLst>
          </p:cNvPr>
          <p:cNvSpPr>
            <a:spLocks noGrp="1"/>
          </p:cNvSpPr>
          <p:nvPr>
            <p:ph type="pic" sz="quarter" idx="44" hasCustomPrompt="1"/>
          </p:nvPr>
        </p:nvSpPr>
        <p:spPr>
          <a:xfrm>
            <a:off x="8211312" y="4389562"/>
            <a:ext cx="447007" cy="300179"/>
          </a:xfrm>
        </p:spPr>
        <p:txBody>
          <a:bodyPr anchor="ctr">
            <a:normAutofit/>
          </a:bodyPr>
          <a:lstStyle>
            <a:lvl1pPr marL="0" indent="0">
              <a:buNone/>
              <a:defRPr sz="1400"/>
            </a:lvl1pPr>
          </a:lstStyle>
          <a:p>
            <a:r>
              <a:rPr lang="en-US" dirty="0"/>
              <a:t>Icon</a:t>
            </a:r>
          </a:p>
        </p:txBody>
      </p:sp>
    </p:spTree>
    <p:extLst>
      <p:ext uri="{BB962C8B-B14F-4D97-AF65-F5344CB8AC3E}">
        <p14:creationId xmlns:p14="http://schemas.microsoft.com/office/powerpoint/2010/main" val="1779069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ix Content Option 2 with Image">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365125" y="2152592"/>
            <a:ext cx="3611563" cy="2667433"/>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3610928" cy="1666322"/>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4288219" y="784491"/>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791584" y="348207"/>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4287584" y="348207"/>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8210043" y="784491"/>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713408" y="348207"/>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2" name="Text Placeholder 23">
            <a:extLst>
              <a:ext uri="{FF2B5EF4-FFF2-40B4-BE49-F238E27FC236}">
                <a16:creationId xmlns:a16="http://schemas.microsoft.com/office/drawing/2014/main" id="{D1C58A3A-A744-D50F-0853-86EDAA885E05}"/>
              </a:ext>
            </a:extLst>
          </p:cNvPr>
          <p:cNvSpPr>
            <a:spLocks noGrp="1"/>
          </p:cNvSpPr>
          <p:nvPr>
            <p:ph type="body" sz="quarter" idx="36" hasCustomPrompt="1"/>
          </p:nvPr>
        </p:nvSpPr>
        <p:spPr>
          <a:xfrm>
            <a:off x="8209408" y="348207"/>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17" name="Content Placeholder 2">
            <a:extLst>
              <a:ext uri="{FF2B5EF4-FFF2-40B4-BE49-F238E27FC236}">
                <a16:creationId xmlns:a16="http://schemas.microsoft.com/office/drawing/2014/main" id="{639B018B-5E8C-8C9B-56EB-C4889C580F2A}"/>
              </a:ext>
            </a:extLst>
          </p:cNvPr>
          <p:cNvSpPr>
            <a:spLocks noGrp="1"/>
          </p:cNvSpPr>
          <p:nvPr>
            <p:ph sz="half" idx="23" hasCustomPrompt="1"/>
          </p:nvPr>
        </p:nvSpPr>
        <p:spPr>
          <a:xfrm>
            <a:off x="365760" y="5141343"/>
            <a:ext cx="3610928" cy="939417"/>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16" name="Content Placeholder 3">
            <a:extLst>
              <a:ext uri="{FF2B5EF4-FFF2-40B4-BE49-F238E27FC236}">
                <a16:creationId xmlns:a16="http://schemas.microsoft.com/office/drawing/2014/main" id="{1B33AFAD-A4EB-49F1-FA0B-3BC36381E2E2}"/>
              </a:ext>
            </a:extLst>
          </p:cNvPr>
          <p:cNvSpPr>
            <a:spLocks noGrp="1"/>
          </p:cNvSpPr>
          <p:nvPr>
            <p:ph sz="half" idx="2" hasCustomPrompt="1"/>
          </p:nvPr>
        </p:nvSpPr>
        <p:spPr>
          <a:xfrm>
            <a:off x="4288536" y="2795838"/>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8" name="Content Placeholder 4">
            <a:extLst>
              <a:ext uri="{FF2B5EF4-FFF2-40B4-BE49-F238E27FC236}">
                <a16:creationId xmlns:a16="http://schemas.microsoft.com/office/drawing/2014/main" id="{A2DBAEA1-ED53-B3D6-FEB4-AB47BC097A03}"/>
              </a:ext>
            </a:extLst>
          </p:cNvPr>
          <p:cNvSpPr>
            <a:spLocks noGrp="1"/>
          </p:cNvSpPr>
          <p:nvPr>
            <p:ph sz="quarter" idx="13" hasCustomPrompt="1"/>
          </p:nvPr>
        </p:nvSpPr>
        <p:spPr>
          <a:xfrm>
            <a:off x="8211312" y="2795838"/>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6 lines.</a:t>
            </a:r>
          </a:p>
        </p:txBody>
      </p:sp>
      <p:sp>
        <p:nvSpPr>
          <p:cNvPr id="19" name="Text Placeholder 23">
            <a:extLst>
              <a:ext uri="{FF2B5EF4-FFF2-40B4-BE49-F238E27FC236}">
                <a16:creationId xmlns:a16="http://schemas.microsoft.com/office/drawing/2014/main" id="{D33A3B40-4ABF-956B-C824-61918CF79C67}"/>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0" name="Text Placeholder 23">
            <a:extLst>
              <a:ext uri="{FF2B5EF4-FFF2-40B4-BE49-F238E27FC236}">
                <a16:creationId xmlns:a16="http://schemas.microsoft.com/office/drawing/2014/main" id="{49690F7B-7ED1-10C6-2EDA-D075B5A17090}"/>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1" name="Text Placeholder 23">
            <a:extLst>
              <a:ext uri="{FF2B5EF4-FFF2-40B4-BE49-F238E27FC236}">
                <a16:creationId xmlns:a16="http://schemas.microsoft.com/office/drawing/2014/main" id="{110E2AA8-1F77-469B-EAA2-3860BF5BF66D}"/>
              </a:ext>
            </a:extLst>
          </p:cNvPr>
          <p:cNvSpPr>
            <a:spLocks noGrp="1"/>
          </p:cNvSpPr>
          <p:nvPr>
            <p:ph type="body" sz="quarter" idx="28" hasCustomPrompt="1"/>
          </p:nvPr>
        </p:nvSpPr>
        <p:spPr>
          <a:xfrm>
            <a:off x="4288853"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
        <p:nvSpPr>
          <p:cNvPr id="22" name="Text Placeholder 23">
            <a:extLst>
              <a:ext uri="{FF2B5EF4-FFF2-40B4-BE49-F238E27FC236}">
                <a16:creationId xmlns:a16="http://schemas.microsoft.com/office/drawing/2014/main" id="{3C03FAAB-5B93-B783-559B-A4C916B89129}"/>
              </a:ext>
            </a:extLst>
          </p:cNvPr>
          <p:cNvSpPr>
            <a:spLocks noGrp="1"/>
          </p:cNvSpPr>
          <p:nvPr>
            <p:ph type="body" sz="quarter" idx="29" hasCustomPrompt="1"/>
          </p:nvPr>
        </p:nvSpPr>
        <p:spPr>
          <a:xfrm>
            <a:off x="8211629"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04</a:t>
            </a:r>
          </a:p>
        </p:txBody>
      </p:sp>
      <p:sp>
        <p:nvSpPr>
          <p:cNvPr id="23" name="Content Placeholder 3">
            <a:extLst>
              <a:ext uri="{FF2B5EF4-FFF2-40B4-BE49-F238E27FC236}">
                <a16:creationId xmlns:a16="http://schemas.microsoft.com/office/drawing/2014/main" id="{30DACC41-1F51-6B32-34CA-D3158A3C2CF3}"/>
              </a:ext>
            </a:extLst>
          </p:cNvPr>
          <p:cNvSpPr>
            <a:spLocks noGrp="1"/>
          </p:cNvSpPr>
          <p:nvPr>
            <p:ph sz="half" idx="31" hasCustomPrompt="1"/>
          </p:nvPr>
        </p:nvSpPr>
        <p:spPr>
          <a:xfrm>
            <a:off x="4288536" y="4820025"/>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5" name="Content Placeholder 4">
            <a:extLst>
              <a:ext uri="{FF2B5EF4-FFF2-40B4-BE49-F238E27FC236}">
                <a16:creationId xmlns:a16="http://schemas.microsoft.com/office/drawing/2014/main" id="{038201DA-1344-64B9-43BE-6A4CE8AAD2DF}"/>
              </a:ext>
            </a:extLst>
          </p:cNvPr>
          <p:cNvSpPr>
            <a:spLocks noGrp="1"/>
          </p:cNvSpPr>
          <p:nvPr>
            <p:ph sz="quarter" idx="32" hasCustomPrompt="1"/>
          </p:nvPr>
        </p:nvSpPr>
        <p:spPr>
          <a:xfrm>
            <a:off x="8211312" y="4820025"/>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6 lines.</a:t>
            </a:r>
          </a:p>
        </p:txBody>
      </p:sp>
      <p:sp>
        <p:nvSpPr>
          <p:cNvPr id="31" name="Text Placeholder 23">
            <a:extLst>
              <a:ext uri="{FF2B5EF4-FFF2-40B4-BE49-F238E27FC236}">
                <a16:creationId xmlns:a16="http://schemas.microsoft.com/office/drawing/2014/main" id="{70406086-1ED9-4995-A7E9-28C1B8E27D1C}"/>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32" name="Text Placeholder 23">
            <a:extLst>
              <a:ext uri="{FF2B5EF4-FFF2-40B4-BE49-F238E27FC236}">
                <a16:creationId xmlns:a16="http://schemas.microsoft.com/office/drawing/2014/main" id="{11B0B266-8EA5-E731-EE20-E22F64B00323}"/>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33" name="Text Placeholder 23">
            <a:extLst>
              <a:ext uri="{FF2B5EF4-FFF2-40B4-BE49-F238E27FC236}">
                <a16:creationId xmlns:a16="http://schemas.microsoft.com/office/drawing/2014/main" id="{BE6D882F-17DC-A6AF-28B7-C461192641AB}"/>
              </a:ext>
            </a:extLst>
          </p:cNvPr>
          <p:cNvSpPr>
            <a:spLocks noGrp="1"/>
          </p:cNvSpPr>
          <p:nvPr>
            <p:ph type="body" sz="quarter" idx="37" hasCustomPrompt="1"/>
          </p:nvPr>
        </p:nvSpPr>
        <p:spPr>
          <a:xfrm>
            <a:off x="4288853"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05</a:t>
            </a:r>
          </a:p>
        </p:txBody>
      </p:sp>
      <p:sp>
        <p:nvSpPr>
          <p:cNvPr id="34" name="Text Placeholder 23">
            <a:extLst>
              <a:ext uri="{FF2B5EF4-FFF2-40B4-BE49-F238E27FC236}">
                <a16:creationId xmlns:a16="http://schemas.microsoft.com/office/drawing/2014/main" id="{F0B400B6-1A75-254F-AE04-7E7351E53046}"/>
              </a:ext>
            </a:extLst>
          </p:cNvPr>
          <p:cNvSpPr>
            <a:spLocks noGrp="1"/>
          </p:cNvSpPr>
          <p:nvPr>
            <p:ph type="body" sz="quarter" idx="38" hasCustomPrompt="1"/>
          </p:nvPr>
        </p:nvSpPr>
        <p:spPr>
          <a:xfrm>
            <a:off x="8211629"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06</a:t>
            </a:r>
          </a:p>
        </p:txBody>
      </p:sp>
    </p:spTree>
    <p:extLst>
      <p:ext uri="{BB962C8B-B14F-4D97-AF65-F5344CB8AC3E}">
        <p14:creationId xmlns:p14="http://schemas.microsoft.com/office/powerpoint/2010/main" val="3207281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ix Content Option 3 with Image">
    <p:spTree>
      <p:nvGrpSpPr>
        <p:cNvPr id="1" name=""/>
        <p:cNvGrpSpPr/>
        <p:nvPr/>
      </p:nvGrpSpPr>
      <p:grpSpPr>
        <a:xfrm>
          <a:off x="0" y="0"/>
          <a:ext cx="0" cy="0"/>
          <a:chOff x="0" y="0"/>
          <a:chExt cx="0" cy="0"/>
        </a:xfrm>
      </p:grpSpPr>
      <p:sp>
        <p:nvSpPr>
          <p:cNvPr id="6" name="UST" descr="UST">
            <a:extLst>
              <a:ext uri="{FF2B5EF4-FFF2-40B4-BE49-F238E27FC236}">
                <a16:creationId xmlns:a16="http://schemas.microsoft.com/office/drawing/2014/main" id="{63BDAF2E-DD6E-72F0-91D7-FCD33F705716}"/>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0"/>
            <a:ext cx="3004008" cy="3711295"/>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0" name="Rectangle">
            <a:extLst>
              <a:ext uri="{FF2B5EF4-FFF2-40B4-BE49-F238E27FC236}">
                <a16:creationId xmlns:a16="http://schemas.microsoft.com/office/drawing/2014/main" id="{48742422-6537-1397-FC9C-2281DCB667AA}"/>
              </a:ext>
            </a:extLst>
          </p:cNvPr>
          <p:cNvSpPr/>
          <p:nvPr/>
        </p:nvSpPr>
        <p:spPr>
          <a:xfrm>
            <a:off x="365125"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6292"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p:nvSpPr>
        <p:spPr>
          <a:xfrm>
            <a:off x="6247142"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8516582" cy="914400"/>
          </a:xfrm>
        </p:spPr>
        <p:txBody>
          <a:bodyPr/>
          <a:lstStyle>
            <a:lvl1pPr>
              <a:defRPr>
                <a:latin typeface="Aptos Light" panose="020B0004020202020204" pitchFamily="34" charset="0"/>
              </a:defRPr>
            </a:lvl1pPr>
          </a:lstStyle>
          <a:p>
            <a:r>
              <a:rPr lang="en-US" dirty="0"/>
              <a:t>[Slide title]</a:t>
            </a:r>
          </a:p>
        </p:txBody>
      </p:sp>
      <p:sp>
        <p:nvSpPr>
          <p:cNvPr id="17" name="Rectangle">
            <a:extLst>
              <a:ext uri="{FF2B5EF4-FFF2-40B4-BE49-F238E27FC236}">
                <a16:creationId xmlns:a16="http://schemas.microsoft.com/office/drawing/2014/main" id="{1186DDA3-3539-99BA-DCB8-06CE419870BB}"/>
              </a:ext>
            </a:extLst>
          </p:cNvPr>
          <p:cNvSpPr/>
          <p:nvPr/>
        </p:nvSpPr>
        <p:spPr>
          <a:xfrm>
            <a:off x="365125" y="3971925"/>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8" name="Rectangle">
            <a:extLst>
              <a:ext uri="{FF2B5EF4-FFF2-40B4-BE49-F238E27FC236}">
                <a16:creationId xmlns:a16="http://schemas.microsoft.com/office/drawing/2014/main" id="{98555F8E-33CE-98B8-F44B-3536FA5F524C}"/>
              </a:ext>
            </a:extLst>
          </p:cNvPr>
          <p:cNvSpPr/>
          <p:nvPr/>
        </p:nvSpPr>
        <p:spPr>
          <a:xfrm>
            <a:off x="3306292" y="3971925"/>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9" name="Rectangle">
            <a:extLst>
              <a:ext uri="{FF2B5EF4-FFF2-40B4-BE49-F238E27FC236}">
                <a16:creationId xmlns:a16="http://schemas.microsoft.com/office/drawing/2014/main" id="{186A83F0-B6B6-9B4A-724E-BA028AC2207C}"/>
              </a:ext>
            </a:extLst>
          </p:cNvPr>
          <p:cNvSpPr/>
          <p:nvPr/>
        </p:nvSpPr>
        <p:spPr>
          <a:xfrm>
            <a:off x="6247142" y="3971925"/>
            <a:ext cx="5944858" cy="2111375"/>
          </a:xfrm>
          <a:prstGeom prst="rect">
            <a:avLst/>
          </a:prstGeom>
          <a:solidFill>
            <a:schemeClr val="accent4"/>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20" name="Content Placeholder 2">
            <a:extLst>
              <a:ext uri="{FF2B5EF4-FFF2-40B4-BE49-F238E27FC236}">
                <a16:creationId xmlns:a16="http://schemas.microsoft.com/office/drawing/2014/main" id="{A361D126-CF07-E843-3D67-CA426A50B0FD}"/>
              </a:ext>
            </a:extLst>
          </p:cNvPr>
          <p:cNvSpPr>
            <a:spLocks noGrp="1"/>
          </p:cNvSpPr>
          <p:nvPr>
            <p:ph sz="half" idx="27" hasCustomPrompt="1"/>
          </p:nvPr>
        </p:nvSpPr>
        <p:spPr>
          <a:xfrm>
            <a:off x="512725" y="4773331"/>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1" name="Content Placeholder 3">
            <a:extLst>
              <a:ext uri="{FF2B5EF4-FFF2-40B4-BE49-F238E27FC236}">
                <a16:creationId xmlns:a16="http://schemas.microsoft.com/office/drawing/2014/main" id="{325EAC39-63F9-4400-D866-0C2C49BA3393}"/>
              </a:ext>
            </a:extLst>
          </p:cNvPr>
          <p:cNvSpPr>
            <a:spLocks noGrp="1"/>
          </p:cNvSpPr>
          <p:nvPr>
            <p:ph sz="half" idx="28" hasCustomPrompt="1"/>
          </p:nvPr>
        </p:nvSpPr>
        <p:spPr>
          <a:xfrm>
            <a:off x="3453892" y="4773331"/>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2" name="Content Placeholder 4">
            <a:extLst>
              <a:ext uri="{FF2B5EF4-FFF2-40B4-BE49-F238E27FC236}">
                <a16:creationId xmlns:a16="http://schemas.microsoft.com/office/drawing/2014/main" id="{506EC894-FC99-C66D-B08B-ECB0ACE8D739}"/>
              </a:ext>
            </a:extLst>
          </p:cNvPr>
          <p:cNvSpPr>
            <a:spLocks noGrp="1"/>
          </p:cNvSpPr>
          <p:nvPr>
            <p:ph sz="quarter" idx="29" hasCustomPrompt="1"/>
          </p:nvPr>
        </p:nvSpPr>
        <p:spPr>
          <a:xfrm>
            <a:off x="6394742" y="4536818"/>
            <a:ext cx="5428450" cy="1424513"/>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3" name="Text Placeholder 23">
            <a:extLst>
              <a:ext uri="{FF2B5EF4-FFF2-40B4-BE49-F238E27FC236}">
                <a16:creationId xmlns:a16="http://schemas.microsoft.com/office/drawing/2014/main" id="{47FF4D12-95F4-BAA1-DAAF-103AEB1C9998}"/>
              </a:ext>
            </a:extLst>
          </p:cNvPr>
          <p:cNvSpPr>
            <a:spLocks noGrp="1"/>
          </p:cNvSpPr>
          <p:nvPr>
            <p:ph type="body" sz="quarter" idx="30" hasCustomPrompt="1"/>
          </p:nvPr>
        </p:nvSpPr>
        <p:spPr>
          <a:xfrm>
            <a:off x="512725" y="4118012"/>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5" name="Text Placeholder 23">
            <a:extLst>
              <a:ext uri="{FF2B5EF4-FFF2-40B4-BE49-F238E27FC236}">
                <a16:creationId xmlns:a16="http://schemas.microsoft.com/office/drawing/2014/main" id="{D2062F39-7727-4616-0E65-483A0B938020}"/>
              </a:ext>
            </a:extLst>
          </p:cNvPr>
          <p:cNvSpPr>
            <a:spLocks noGrp="1"/>
          </p:cNvSpPr>
          <p:nvPr>
            <p:ph type="body" sz="quarter" idx="31" hasCustomPrompt="1"/>
          </p:nvPr>
        </p:nvSpPr>
        <p:spPr>
          <a:xfrm>
            <a:off x="3453892" y="4118012"/>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8" name="Text Placeholder 23">
            <a:extLst>
              <a:ext uri="{FF2B5EF4-FFF2-40B4-BE49-F238E27FC236}">
                <a16:creationId xmlns:a16="http://schemas.microsoft.com/office/drawing/2014/main" id="{79BC8676-BC4E-0AF1-4392-AC7DADEDD491}"/>
              </a:ext>
            </a:extLst>
          </p:cNvPr>
          <p:cNvSpPr>
            <a:spLocks noGrp="1"/>
          </p:cNvSpPr>
          <p:nvPr>
            <p:ph type="body" sz="quarter" idx="32" hasCustomPrompt="1"/>
          </p:nvPr>
        </p:nvSpPr>
        <p:spPr>
          <a:xfrm>
            <a:off x="6394742" y="4118012"/>
            <a:ext cx="5428450" cy="272719"/>
          </a:xfrm>
        </p:spPr>
        <p:txBody>
          <a:bodyPr>
            <a:noAutofit/>
          </a:bodyPr>
          <a:lstStyle>
            <a:lvl1pPr marL="0" indent="0">
              <a:buFontTx/>
              <a:buNone/>
              <a:defRPr sz="1600" b="1">
                <a:solidFill>
                  <a:schemeClr val="bg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Tree>
    <p:extLst>
      <p:ext uri="{BB962C8B-B14F-4D97-AF65-F5344CB8AC3E}">
        <p14:creationId xmlns:p14="http://schemas.microsoft.com/office/powerpoint/2010/main" val="2565329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Layout for Next step: Six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20" idx="0"/>
          </p:cNvCxnSpPr>
          <p:nvPr/>
        </p:nvCxnSpPr>
        <p:spPr>
          <a:xfrm>
            <a:off x="5960745" y="1039247"/>
            <a:ext cx="0" cy="356450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778422"/>
            <a:ext cx="5184775" cy="2651063"/>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2" name="Text Placeholder 17">
            <a:extLst>
              <a:ext uri="{FF2B5EF4-FFF2-40B4-BE49-F238E27FC236}">
                <a16:creationId xmlns:a16="http://schemas.microsoft.com/office/drawing/2014/main" id="{475F19E3-F39C-5F0E-0007-39B3862E405C}"/>
              </a:ext>
            </a:extLst>
          </p:cNvPr>
          <p:cNvSpPr>
            <a:spLocks noGrp="1"/>
          </p:cNvSpPr>
          <p:nvPr>
            <p:ph type="body" sz="quarter" idx="41" hasCustomPrompt="1"/>
          </p:nvPr>
        </p:nvSpPr>
        <p:spPr>
          <a:xfrm>
            <a:off x="5673089" y="1778422"/>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US" dirty="0"/>
              <a:t>Heading</a:t>
            </a:r>
          </a:p>
        </p:txBody>
      </p:sp>
      <p:sp>
        <p:nvSpPr>
          <p:cNvPr id="3" name="Content Placeholder 3">
            <a:extLst>
              <a:ext uri="{FF2B5EF4-FFF2-40B4-BE49-F238E27FC236}">
                <a16:creationId xmlns:a16="http://schemas.microsoft.com/office/drawing/2014/main" id="{54D1037B-0C6F-45E8-C46C-92D44BBB6B5B}"/>
              </a:ext>
            </a:extLst>
          </p:cNvPr>
          <p:cNvSpPr>
            <a:spLocks noGrp="1"/>
          </p:cNvSpPr>
          <p:nvPr>
            <p:ph sz="half" idx="2" hasCustomPrompt="1"/>
          </p:nvPr>
        </p:nvSpPr>
        <p:spPr>
          <a:xfrm>
            <a:off x="6429375" y="1778422"/>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4724400"/>
            <a:ext cx="4819015" cy="1116682"/>
          </a:xfrm>
        </p:spPr>
        <p:txBody>
          <a:bodyPr>
            <a:noAutofit/>
          </a:bodyPr>
          <a:lstStyle>
            <a:lvl1pPr marL="0" indent="0">
              <a:buFontTx/>
              <a:buNone/>
              <a:defRPr sz="20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3191085"/>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3191085"/>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Heading</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673101"/>
          </a:xfrm>
          <a:solidFill>
            <a:schemeClr val="bg1"/>
          </a:solidFill>
        </p:spPr>
        <p:txBody>
          <a:bodyPr>
            <a:noAutofit/>
          </a:bodyPr>
          <a:lstStyle>
            <a:lvl1pPr marL="0" indent="0">
              <a:buFontTx/>
              <a:buNone/>
              <a:defRPr sz="1200" b="1" baseline="0">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Heading</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59"/>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8" name="Content Placeholder 3">
            <a:extLst>
              <a:ext uri="{FF2B5EF4-FFF2-40B4-BE49-F238E27FC236}">
                <a16:creationId xmlns:a16="http://schemas.microsoft.com/office/drawing/2014/main" id="{1A441F86-1250-61F6-319F-A3B02590623A}"/>
              </a:ext>
            </a:extLst>
          </p:cNvPr>
          <p:cNvSpPr>
            <a:spLocks noGrp="1"/>
          </p:cNvSpPr>
          <p:nvPr>
            <p:ph sz="half" idx="47" hasCustomPrompt="1"/>
          </p:nvPr>
        </p:nvSpPr>
        <p:spPr>
          <a:xfrm>
            <a:off x="6429375" y="4603749"/>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20" name="Text Placeholder 17">
            <a:extLst>
              <a:ext uri="{FF2B5EF4-FFF2-40B4-BE49-F238E27FC236}">
                <a16:creationId xmlns:a16="http://schemas.microsoft.com/office/drawing/2014/main" id="{CB14684E-CBFF-7E53-C65C-3A3D09C6062C}"/>
              </a:ext>
            </a:extLst>
          </p:cNvPr>
          <p:cNvSpPr>
            <a:spLocks noGrp="1"/>
          </p:cNvSpPr>
          <p:nvPr>
            <p:ph type="body" sz="quarter" idx="49" hasCustomPrompt="1"/>
          </p:nvPr>
        </p:nvSpPr>
        <p:spPr>
          <a:xfrm>
            <a:off x="5673089" y="4603749"/>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Heading</a:t>
            </a:r>
          </a:p>
        </p:txBody>
      </p:sp>
    </p:spTree>
    <p:extLst>
      <p:ext uri="{BB962C8B-B14F-4D97-AF65-F5344CB8AC3E}">
        <p14:creationId xmlns:p14="http://schemas.microsoft.com/office/powerpoint/2010/main" val="2104933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wo Content with Char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p:nvSpPr>
        <p:spPr>
          <a:xfrm>
            <a:off x="6247142" y="3165153"/>
            <a:ext cx="5944858" cy="3108647"/>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normAutofit/>
          </a:bodyPr>
          <a:lstStyle>
            <a:lvl1pPr marL="0" indent="0">
              <a:spcBef>
                <a:spcPts val="600"/>
              </a:spcBef>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247142" y="799261"/>
            <a:ext cx="5575415" cy="223159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247142" y="365760"/>
            <a:ext cx="5575415" cy="297814"/>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3863136"/>
            <a:ext cx="5280850" cy="223159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635"/>
            <a:ext cx="5280850" cy="297814"/>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92417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Insert chart</a:t>
            </a:r>
          </a:p>
        </p:txBody>
      </p:sp>
    </p:spTree>
    <p:extLst>
      <p:ext uri="{BB962C8B-B14F-4D97-AF65-F5344CB8AC3E}">
        <p14:creationId xmlns:p14="http://schemas.microsoft.com/office/powerpoint/2010/main" val="1371249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stimonials 6 conten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7"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1950657"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5456483"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1" name="Content Placeholder 4">
            <a:extLst>
              <a:ext uri="{FF2B5EF4-FFF2-40B4-BE49-F238E27FC236}">
                <a16:creationId xmlns:a16="http://schemas.microsoft.com/office/drawing/2014/main" id="{73B98BFB-22B9-4E1D-A626-A54741F2E252}"/>
              </a:ext>
            </a:extLst>
          </p:cNvPr>
          <p:cNvSpPr>
            <a:spLocks noGrp="1"/>
          </p:cNvSpPr>
          <p:nvPr>
            <p:ph sz="quarter" idx="36" hasCustomPrompt="1"/>
          </p:nvPr>
        </p:nvSpPr>
        <p:spPr>
          <a:xfrm>
            <a:off x="8962308"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0" name="TextBox 19">
            <a:extLst>
              <a:ext uri="{FF2B5EF4-FFF2-40B4-BE49-F238E27FC236}">
                <a16:creationId xmlns:a16="http://schemas.microsoft.com/office/drawing/2014/main" id="{E2A18ECA-096F-12EA-E765-E85D73EDE84A}"/>
              </a:ext>
            </a:extLst>
          </p:cNvPr>
          <p:cNvSpPr txBox="1"/>
          <p:nvPr/>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
        <p:nvSpPr>
          <p:cNvPr id="22" name="Rectangle">
            <a:extLst>
              <a:ext uri="{FF2B5EF4-FFF2-40B4-BE49-F238E27FC236}">
                <a16:creationId xmlns:a16="http://schemas.microsoft.com/office/drawing/2014/main" id="{880FD6A8-86F5-4854-EAFA-350C3EB8E2F9}"/>
              </a:ext>
            </a:extLst>
          </p:cNvPr>
          <p:cNvSpPr/>
          <p:nvPr/>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7"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5456483"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6" name="Content Placeholder 4">
            <a:extLst>
              <a:ext uri="{FF2B5EF4-FFF2-40B4-BE49-F238E27FC236}">
                <a16:creationId xmlns:a16="http://schemas.microsoft.com/office/drawing/2014/main" id="{B1C43E78-5C72-A703-7DDF-6F288F74FBF7}"/>
              </a:ext>
            </a:extLst>
          </p:cNvPr>
          <p:cNvSpPr>
            <a:spLocks noGrp="1"/>
          </p:cNvSpPr>
          <p:nvPr>
            <p:ph sz="quarter" idx="42" hasCustomPrompt="1"/>
          </p:nvPr>
        </p:nvSpPr>
        <p:spPr>
          <a:xfrm>
            <a:off x="8962308"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 name="Text Placeholder 23">
            <a:extLst>
              <a:ext uri="{FF2B5EF4-FFF2-40B4-BE49-F238E27FC236}">
                <a16:creationId xmlns:a16="http://schemas.microsoft.com/office/drawing/2014/main" id="{A334AA0B-A7C6-92A2-58EE-1C6C680A68FB}"/>
              </a:ext>
            </a:extLst>
          </p:cNvPr>
          <p:cNvSpPr>
            <a:spLocks noGrp="1"/>
          </p:cNvSpPr>
          <p:nvPr>
            <p:ph type="body" sz="quarter" idx="44" hasCustomPrompt="1"/>
          </p:nvPr>
        </p:nvSpPr>
        <p:spPr>
          <a:xfrm>
            <a:off x="5474816"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4" name="Rectangle">
            <a:extLst>
              <a:ext uri="{FF2B5EF4-FFF2-40B4-BE49-F238E27FC236}">
                <a16:creationId xmlns:a16="http://schemas.microsoft.com/office/drawing/2014/main" id="{6D9FF039-83F1-DFBE-CBB0-54F01E2B52EA}"/>
              </a:ext>
            </a:extLst>
          </p:cNvPr>
          <p:cNvSpPr/>
          <p:nvPr/>
        </p:nvSpPr>
        <p:spPr>
          <a:xfrm>
            <a:off x="5456483"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5" name="Text Placeholder 23">
            <a:extLst>
              <a:ext uri="{FF2B5EF4-FFF2-40B4-BE49-F238E27FC236}">
                <a16:creationId xmlns:a16="http://schemas.microsoft.com/office/drawing/2014/main" id="{5DD83270-DCC7-E784-B281-A24D08A3AAFD}"/>
              </a:ext>
            </a:extLst>
          </p:cNvPr>
          <p:cNvSpPr>
            <a:spLocks noGrp="1"/>
          </p:cNvSpPr>
          <p:nvPr>
            <p:ph type="body" sz="quarter" idx="45" hasCustomPrompt="1"/>
          </p:nvPr>
        </p:nvSpPr>
        <p:spPr>
          <a:xfrm>
            <a:off x="8980641"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6" name="Rectangle">
            <a:extLst>
              <a:ext uri="{FF2B5EF4-FFF2-40B4-BE49-F238E27FC236}">
                <a16:creationId xmlns:a16="http://schemas.microsoft.com/office/drawing/2014/main" id="{A351233C-7AC9-22AB-7DC5-7F8FA8BCC2D2}"/>
              </a:ext>
            </a:extLst>
          </p:cNvPr>
          <p:cNvSpPr/>
          <p:nvPr/>
        </p:nvSpPr>
        <p:spPr>
          <a:xfrm>
            <a:off x="896230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0" name="Text Placeholder 23">
            <a:extLst>
              <a:ext uri="{FF2B5EF4-FFF2-40B4-BE49-F238E27FC236}">
                <a16:creationId xmlns:a16="http://schemas.microsoft.com/office/drawing/2014/main" id="{C6866CBA-3FF4-D479-8AD8-CC7FF31C2A14}"/>
              </a:ext>
            </a:extLst>
          </p:cNvPr>
          <p:cNvSpPr>
            <a:spLocks noGrp="1"/>
          </p:cNvSpPr>
          <p:nvPr>
            <p:ph type="body" sz="quarter" idx="46" hasCustomPrompt="1"/>
          </p:nvPr>
        </p:nvSpPr>
        <p:spPr>
          <a:xfrm>
            <a:off x="1950657"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3" name="Rectangle">
            <a:extLst>
              <a:ext uri="{FF2B5EF4-FFF2-40B4-BE49-F238E27FC236}">
                <a16:creationId xmlns:a16="http://schemas.microsoft.com/office/drawing/2014/main" id="{83B3C0B8-EEA2-E9A7-0F6E-73475AEC8777}"/>
              </a:ext>
            </a:extLst>
          </p:cNvPr>
          <p:cNvSpPr/>
          <p:nvPr/>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4" name="Text Placeholder 23">
            <a:extLst>
              <a:ext uri="{FF2B5EF4-FFF2-40B4-BE49-F238E27FC236}">
                <a16:creationId xmlns:a16="http://schemas.microsoft.com/office/drawing/2014/main" id="{56EC89B8-B15F-EC63-C419-38EEAB4B2A9E}"/>
              </a:ext>
            </a:extLst>
          </p:cNvPr>
          <p:cNvSpPr>
            <a:spLocks noGrp="1"/>
          </p:cNvSpPr>
          <p:nvPr>
            <p:ph type="body" sz="quarter" idx="47" hasCustomPrompt="1"/>
          </p:nvPr>
        </p:nvSpPr>
        <p:spPr>
          <a:xfrm>
            <a:off x="5474816"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7" name="Rectangle">
            <a:extLst>
              <a:ext uri="{FF2B5EF4-FFF2-40B4-BE49-F238E27FC236}">
                <a16:creationId xmlns:a16="http://schemas.microsoft.com/office/drawing/2014/main" id="{2A6B7AB4-0108-8F5A-8782-5F7CA4E96FDB}"/>
              </a:ext>
            </a:extLst>
          </p:cNvPr>
          <p:cNvSpPr/>
          <p:nvPr/>
        </p:nvSpPr>
        <p:spPr>
          <a:xfrm>
            <a:off x="5456483"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A821A844-631C-0DB4-7291-2E4AE6A9CA9E}"/>
              </a:ext>
            </a:extLst>
          </p:cNvPr>
          <p:cNvSpPr>
            <a:spLocks noGrp="1"/>
          </p:cNvSpPr>
          <p:nvPr>
            <p:ph type="body" sz="quarter" idx="48" hasCustomPrompt="1"/>
          </p:nvPr>
        </p:nvSpPr>
        <p:spPr>
          <a:xfrm>
            <a:off x="8980641"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BE04BED7-224E-D08F-016E-3ED596321267}"/>
              </a:ext>
            </a:extLst>
          </p:cNvPr>
          <p:cNvSpPr/>
          <p:nvPr/>
        </p:nvSpPr>
        <p:spPr>
          <a:xfrm>
            <a:off x="896230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Tree>
    <p:extLst>
      <p:ext uri="{BB962C8B-B14F-4D97-AF65-F5344CB8AC3E}">
        <p14:creationId xmlns:p14="http://schemas.microsoft.com/office/powerpoint/2010/main" val="2709732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stimonials 6 content with Image">
    <p:spTree>
      <p:nvGrpSpPr>
        <p:cNvPr id="1" name=""/>
        <p:cNvGrpSpPr/>
        <p:nvPr/>
      </p:nvGrpSpPr>
      <p:grpSpPr>
        <a:xfrm>
          <a:off x="0" y="0"/>
          <a:ext cx="0" cy="0"/>
          <a:chOff x="0" y="0"/>
          <a:chExt cx="0" cy="0"/>
        </a:xfrm>
      </p:grpSpPr>
      <p:sp>
        <p:nvSpPr>
          <p:cNvPr id="3" name="Text Placeholder 23">
            <a:extLst>
              <a:ext uri="{FF2B5EF4-FFF2-40B4-BE49-F238E27FC236}">
                <a16:creationId xmlns:a16="http://schemas.microsoft.com/office/drawing/2014/main" id="{06771021-C81F-75A4-2E42-A0E1FED5C148}"/>
              </a:ext>
            </a:extLst>
          </p:cNvPr>
          <p:cNvSpPr>
            <a:spLocks noGrp="1"/>
          </p:cNvSpPr>
          <p:nvPr>
            <p:ph type="body" sz="quarter" idx="33" hasCustomPrompt="1"/>
          </p:nvPr>
        </p:nvSpPr>
        <p:spPr>
          <a:xfrm>
            <a:off x="1950657"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7" name="Rectangle">
            <a:extLst>
              <a:ext uri="{FF2B5EF4-FFF2-40B4-BE49-F238E27FC236}">
                <a16:creationId xmlns:a16="http://schemas.microsoft.com/office/drawing/2014/main" id="{67F658E4-EA07-13F9-0DB1-91E2D49907AD}"/>
              </a:ext>
            </a:extLst>
          </p:cNvPr>
          <p:cNvSpPr/>
          <p:nvPr/>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BFED2B1C-01F6-4490-8C6C-C9FE0747A835}"/>
              </a:ext>
            </a:extLst>
          </p:cNvPr>
          <p:cNvSpPr>
            <a:spLocks noGrp="1"/>
          </p:cNvSpPr>
          <p:nvPr>
            <p:ph type="body" sz="quarter" idx="50" hasCustomPrompt="1"/>
          </p:nvPr>
        </p:nvSpPr>
        <p:spPr>
          <a:xfrm>
            <a:off x="5474816"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CDCB488C-D81B-2629-FA36-F0358E12703E}"/>
              </a:ext>
            </a:extLst>
          </p:cNvPr>
          <p:cNvSpPr/>
          <p:nvPr/>
        </p:nvSpPr>
        <p:spPr>
          <a:xfrm>
            <a:off x="5456483"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1" name="Text Placeholder 23">
            <a:extLst>
              <a:ext uri="{FF2B5EF4-FFF2-40B4-BE49-F238E27FC236}">
                <a16:creationId xmlns:a16="http://schemas.microsoft.com/office/drawing/2014/main" id="{2081A805-B455-ADCE-CEFF-CA9024A1BFD8}"/>
              </a:ext>
            </a:extLst>
          </p:cNvPr>
          <p:cNvSpPr>
            <a:spLocks noGrp="1"/>
          </p:cNvSpPr>
          <p:nvPr>
            <p:ph type="body" sz="quarter" idx="51" hasCustomPrompt="1"/>
          </p:nvPr>
        </p:nvSpPr>
        <p:spPr>
          <a:xfrm>
            <a:off x="8980641"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5" name="Rectangle">
            <a:extLst>
              <a:ext uri="{FF2B5EF4-FFF2-40B4-BE49-F238E27FC236}">
                <a16:creationId xmlns:a16="http://schemas.microsoft.com/office/drawing/2014/main" id="{064D0815-79F1-8213-589E-7C8395E26018}"/>
              </a:ext>
            </a:extLst>
          </p:cNvPr>
          <p:cNvSpPr/>
          <p:nvPr/>
        </p:nvSpPr>
        <p:spPr>
          <a:xfrm>
            <a:off x="896230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6" name="Text Placeholder 23">
            <a:extLst>
              <a:ext uri="{FF2B5EF4-FFF2-40B4-BE49-F238E27FC236}">
                <a16:creationId xmlns:a16="http://schemas.microsoft.com/office/drawing/2014/main" id="{C59014A0-4862-8320-9345-1457F50DBB72}"/>
              </a:ext>
            </a:extLst>
          </p:cNvPr>
          <p:cNvSpPr>
            <a:spLocks noGrp="1"/>
          </p:cNvSpPr>
          <p:nvPr>
            <p:ph type="body" sz="quarter" idx="52" hasCustomPrompt="1"/>
          </p:nvPr>
        </p:nvSpPr>
        <p:spPr>
          <a:xfrm>
            <a:off x="1950657"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7" name="Rectangle">
            <a:extLst>
              <a:ext uri="{FF2B5EF4-FFF2-40B4-BE49-F238E27FC236}">
                <a16:creationId xmlns:a16="http://schemas.microsoft.com/office/drawing/2014/main" id="{170B4E46-FB5F-5741-0349-CBDC889CA2E6}"/>
              </a:ext>
            </a:extLst>
          </p:cNvPr>
          <p:cNvSpPr/>
          <p:nvPr/>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8" name="Text Placeholder 23">
            <a:extLst>
              <a:ext uri="{FF2B5EF4-FFF2-40B4-BE49-F238E27FC236}">
                <a16:creationId xmlns:a16="http://schemas.microsoft.com/office/drawing/2014/main" id="{CBD81D61-CA6C-95D3-588F-76CD469FB642}"/>
              </a:ext>
            </a:extLst>
          </p:cNvPr>
          <p:cNvSpPr>
            <a:spLocks noGrp="1"/>
          </p:cNvSpPr>
          <p:nvPr>
            <p:ph type="body" sz="quarter" idx="53" hasCustomPrompt="1"/>
          </p:nvPr>
        </p:nvSpPr>
        <p:spPr>
          <a:xfrm>
            <a:off x="5474816"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9" name="Rectangle">
            <a:extLst>
              <a:ext uri="{FF2B5EF4-FFF2-40B4-BE49-F238E27FC236}">
                <a16:creationId xmlns:a16="http://schemas.microsoft.com/office/drawing/2014/main" id="{1CE36D44-7AB6-10B1-2D31-45BE8A24DAC5}"/>
              </a:ext>
            </a:extLst>
          </p:cNvPr>
          <p:cNvSpPr/>
          <p:nvPr/>
        </p:nvSpPr>
        <p:spPr>
          <a:xfrm>
            <a:off x="5456483"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30" name="Text Placeholder 23">
            <a:extLst>
              <a:ext uri="{FF2B5EF4-FFF2-40B4-BE49-F238E27FC236}">
                <a16:creationId xmlns:a16="http://schemas.microsoft.com/office/drawing/2014/main" id="{AFF6A01F-DFFF-24F5-47DD-5B1CAD432490}"/>
              </a:ext>
            </a:extLst>
          </p:cNvPr>
          <p:cNvSpPr>
            <a:spLocks noGrp="1"/>
          </p:cNvSpPr>
          <p:nvPr>
            <p:ph type="body" sz="quarter" idx="54" hasCustomPrompt="1"/>
          </p:nvPr>
        </p:nvSpPr>
        <p:spPr>
          <a:xfrm>
            <a:off x="8980641"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31" name="Rectangle">
            <a:extLst>
              <a:ext uri="{FF2B5EF4-FFF2-40B4-BE49-F238E27FC236}">
                <a16:creationId xmlns:a16="http://schemas.microsoft.com/office/drawing/2014/main" id="{4FE79D64-0DC1-2CAE-CDA8-04AD42EF14AC}"/>
              </a:ext>
            </a:extLst>
          </p:cNvPr>
          <p:cNvSpPr/>
          <p:nvPr/>
        </p:nvSpPr>
        <p:spPr>
          <a:xfrm>
            <a:off x="896230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2" name="Rectangle">
            <a:extLst>
              <a:ext uri="{FF2B5EF4-FFF2-40B4-BE49-F238E27FC236}">
                <a16:creationId xmlns:a16="http://schemas.microsoft.com/office/drawing/2014/main" id="{452A60C8-A3F6-A3AA-7C25-A59E6169A420}"/>
              </a:ext>
            </a:extLst>
          </p:cNvPr>
          <p:cNvSpPr/>
          <p:nvPr/>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7"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5456483"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1" name="Content Placeholder 4">
            <a:extLst>
              <a:ext uri="{FF2B5EF4-FFF2-40B4-BE49-F238E27FC236}">
                <a16:creationId xmlns:a16="http://schemas.microsoft.com/office/drawing/2014/main" id="{73B98BFB-22B9-4E1D-A626-A54741F2E252}"/>
              </a:ext>
            </a:extLst>
          </p:cNvPr>
          <p:cNvSpPr>
            <a:spLocks noGrp="1"/>
          </p:cNvSpPr>
          <p:nvPr>
            <p:ph sz="quarter" idx="36" hasCustomPrompt="1"/>
          </p:nvPr>
        </p:nvSpPr>
        <p:spPr>
          <a:xfrm>
            <a:off x="8962308"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7"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5456483"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6" name="Content Placeholder 4">
            <a:extLst>
              <a:ext uri="{FF2B5EF4-FFF2-40B4-BE49-F238E27FC236}">
                <a16:creationId xmlns:a16="http://schemas.microsoft.com/office/drawing/2014/main" id="{B1C43E78-5C72-A703-7DDF-6F288F74FBF7}"/>
              </a:ext>
            </a:extLst>
          </p:cNvPr>
          <p:cNvSpPr>
            <a:spLocks noGrp="1"/>
          </p:cNvSpPr>
          <p:nvPr>
            <p:ph sz="quarter" idx="42" hasCustomPrompt="1"/>
          </p:nvPr>
        </p:nvSpPr>
        <p:spPr>
          <a:xfrm>
            <a:off x="8962308"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Picture Placeholder 3">
            <a:extLst>
              <a:ext uri="{FF2B5EF4-FFF2-40B4-BE49-F238E27FC236}">
                <a16:creationId xmlns:a16="http://schemas.microsoft.com/office/drawing/2014/main" id="{5ED035BB-BE32-55DA-B912-7CC02EF95F09}"/>
              </a:ext>
            </a:extLst>
          </p:cNvPr>
          <p:cNvSpPr>
            <a:spLocks noGrp="1"/>
          </p:cNvSpPr>
          <p:nvPr>
            <p:ph type="pic" sz="quarter" idx="44" hasCustomPrompt="1"/>
          </p:nvPr>
        </p:nvSpPr>
        <p:spPr>
          <a:xfrm>
            <a:off x="4162125"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5" name="Picture Placeholder 3">
            <a:extLst>
              <a:ext uri="{FF2B5EF4-FFF2-40B4-BE49-F238E27FC236}">
                <a16:creationId xmlns:a16="http://schemas.microsoft.com/office/drawing/2014/main" id="{14ADDEA5-611F-A545-4290-873D4F7462D0}"/>
              </a:ext>
            </a:extLst>
          </p:cNvPr>
          <p:cNvSpPr>
            <a:spLocks noGrp="1"/>
          </p:cNvSpPr>
          <p:nvPr>
            <p:ph type="pic" sz="quarter" idx="45" hasCustomPrompt="1"/>
          </p:nvPr>
        </p:nvSpPr>
        <p:spPr>
          <a:xfrm>
            <a:off x="7667951"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6" name="Picture Placeholder 3">
            <a:extLst>
              <a:ext uri="{FF2B5EF4-FFF2-40B4-BE49-F238E27FC236}">
                <a16:creationId xmlns:a16="http://schemas.microsoft.com/office/drawing/2014/main" id="{E3E18C10-64AF-892C-DC08-703511924B85}"/>
              </a:ext>
            </a:extLst>
          </p:cNvPr>
          <p:cNvSpPr>
            <a:spLocks noGrp="1"/>
          </p:cNvSpPr>
          <p:nvPr>
            <p:ph type="pic" sz="quarter" idx="46" hasCustomPrompt="1"/>
          </p:nvPr>
        </p:nvSpPr>
        <p:spPr>
          <a:xfrm>
            <a:off x="11173776"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0" name="Picture Placeholder 3">
            <a:extLst>
              <a:ext uri="{FF2B5EF4-FFF2-40B4-BE49-F238E27FC236}">
                <a16:creationId xmlns:a16="http://schemas.microsoft.com/office/drawing/2014/main" id="{B88BBA9C-1947-C810-F34A-2B98738B3838}"/>
              </a:ext>
            </a:extLst>
          </p:cNvPr>
          <p:cNvSpPr>
            <a:spLocks noGrp="1"/>
          </p:cNvSpPr>
          <p:nvPr>
            <p:ph type="pic" sz="quarter" idx="47" hasCustomPrompt="1"/>
          </p:nvPr>
        </p:nvSpPr>
        <p:spPr>
          <a:xfrm>
            <a:off x="4162125"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3" name="Picture Placeholder 3">
            <a:extLst>
              <a:ext uri="{FF2B5EF4-FFF2-40B4-BE49-F238E27FC236}">
                <a16:creationId xmlns:a16="http://schemas.microsoft.com/office/drawing/2014/main" id="{05E052DF-DA9C-2F13-0029-106D6B90D8EA}"/>
              </a:ext>
            </a:extLst>
          </p:cNvPr>
          <p:cNvSpPr>
            <a:spLocks noGrp="1"/>
          </p:cNvSpPr>
          <p:nvPr>
            <p:ph type="pic" sz="quarter" idx="48" hasCustomPrompt="1"/>
          </p:nvPr>
        </p:nvSpPr>
        <p:spPr>
          <a:xfrm>
            <a:off x="7667951"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4" name="Picture Placeholder 3">
            <a:extLst>
              <a:ext uri="{FF2B5EF4-FFF2-40B4-BE49-F238E27FC236}">
                <a16:creationId xmlns:a16="http://schemas.microsoft.com/office/drawing/2014/main" id="{F426E2B8-5CA1-1057-F151-6763C3F9871F}"/>
              </a:ext>
            </a:extLst>
          </p:cNvPr>
          <p:cNvSpPr>
            <a:spLocks noGrp="1"/>
          </p:cNvSpPr>
          <p:nvPr>
            <p:ph type="pic" sz="quarter" idx="49" hasCustomPrompt="1"/>
          </p:nvPr>
        </p:nvSpPr>
        <p:spPr>
          <a:xfrm>
            <a:off x="11173776"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7" name="TextBox 6">
            <a:extLst>
              <a:ext uri="{FF2B5EF4-FFF2-40B4-BE49-F238E27FC236}">
                <a16:creationId xmlns:a16="http://schemas.microsoft.com/office/drawing/2014/main" id="{1085A371-97A3-4FAB-D49B-5B3E13A0BACC}"/>
              </a:ext>
            </a:extLst>
          </p:cNvPr>
          <p:cNvSpPr txBox="1"/>
          <p:nvPr/>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568561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stimonials 4 conten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6"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7142407"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6"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7142407"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 name="Text Placeholder 23">
            <a:extLst>
              <a:ext uri="{FF2B5EF4-FFF2-40B4-BE49-F238E27FC236}">
                <a16:creationId xmlns:a16="http://schemas.microsoft.com/office/drawing/2014/main" id="{2ADF1D61-FFCC-2525-C050-FCF342EEF8F0}"/>
              </a:ext>
            </a:extLst>
          </p:cNvPr>
          <p:cNvSpPr>
            <a:spLocks noGrp="1"/>
          </p:cNvSpPr>
          <p:nvPr>
            <p:ph type="body" sz="quarter" idx="33" hasCustomPrompt="1"/>
          </p:nvPr>
        </p:nvSpPr>
        <p:spPr>
          <a:xfrm>
            <a:off x="1950656" y="3439474"/>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4" name="Rectangle">
            <a:extLst>
              <a:ext uri="{FF2B5EF4-FFF2-40B4-BE49-F238E27FC236}">
                <a16:creationId xmlns:a16="http://schemas.microsoft.com/office/drawing/2014/main" id="{267C3445-EEC4-4130-7F08-FDB08FA3DDCE}"/>
              </a:ext>
            </a:extLst>
          </p:cNvPr>
          <p:cNvSpPr/>
          <p:nvPr/>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0" name="Text Placeholder 23">
            <a:extLst>
              <a:ext uri="{FF2B5EF4-FFF2-40B4-BE49-F238E27FC236}">
                <a16:creationId xmlns:a16="http://schemas.microsoft.com/office/drawing/2014/main" id="{1CE6D527-1E21-E73F-15F6-684CCF3915CB}"/>
              </a:ext>
            </a:extLst>
          </p:cNvPr>
          <p:cNvSpPr>
            <a:spLocks noGrp="1"/>
          </p:cNvSpPr>
          <p:nvPr>
            <p:ph type="body" sz="quarter" idx="45" hasCustomPrompt="1"/>
          </p:nvPr>
        </p:nvSpPr>
        <p:spPr>
          <a:xfrm>
            <a:off x="7160739" y="3439474"/>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1" name="Rectangle">
            <a:extLst>
              <a:ext uri="{FF2B5EF4-FFF2-40B4-BE49-F238E27FC236}">
                <a16:creationId xmlns:a16="http://schemas.microsoft.com/office/drawing/2014/main" id="{A93EA444-02E5-584E-D710-B85355C3D808}"/>
              </a:ext>
            </a:extLst>
          </p:cNvPr>
          <p:cNvSpPr/>
          <p:nvPr/>
        </p:nvSpPr>
        <p:spPr>
          <a:xfrm>
            <a:off x="7142407"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3" name="Text Placeholder 23">
            <a:extLst>
              <a:ext uri="{FF2B5EF4-FFF2-40B4-BE49-F238E27FC236}">
                <a16:creationId xmlns:a16="http://schemas.microsoft.com/office/drawing/2014/main" id="{A29F92FA-1EB1-0B3A-ED31-2114C5570E16}"/>
              </a:ext>
            </a:extLst>
          </p:cNvPr>
          <p:cNvSpPr>
            <a:spLocks noGrp="1"/>
          </p:cNvSpPr>
          <p:nvPr>
            <p:ph type="body" sz="quarter" idx="46" hasCustomPrompt="1"/>
          </p:nvPr>
        </p:nvSpPr>
        <p:spPr>
          <a:xfrm>
            <a:off x="1950656" y="5696899"/>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4" name="Rectangle">
            <a:extLst>
              <a:ext uri="{FF2B5EF4-FFF2-40B4-BE49-F238E27FC236}">
                <a16:creationId xmlns:a16="http://schemas.microsoft.com/office/drawing/2014/main" id="{D43BF659-413D-E8B6-94A0-1208E1537AAE}"/>
              </a:ext>
            </a:extLst>
          </p:cNvPr>
          <p:cNvSpPr/>
          <p:nvPr/>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EBC517D4-D751-5BF4-289A-F02903A35662}"/>
              </a:ext>
            </a:extLst>
          </p:cNvPr>
          <p:cNvSpPr>
            <a:spLocks noGrp="1"/>
          </p:cNvSpPr>
          <p:nvPr>
            <p:ph type="body" sz="quarter" idx="48" hasCustomPrompt="1"/>
          </p:nvPr>
        </p:nvSpPr>
        <p:spPr>
          <a:xfrm>
            <a:off x="7160739" y="5696899"/>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0059A9DB-E21B-55E2-E5A3-6B7CBBAA7830}"/>
              </a:ext>
            </a:extLst>
          </p:cNvPr>
          <p:cNvSpPr/>
          <p:nvPr/>
        </p:nvSpPr>
        <p:spPr>
          <a:xfrm>
            <a:off x="7142407"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5" name="TextBox 4">
            <a:extLst>
              <a:ext uri="{FF2B5EF4-FFF2-40B4-BE49-F238E27FC236}">
                <a16:creationId xmlns:a16="http://schemas.microsoft.com/office/drawing/2014/main" id="{DFD9E30D-69DD-DE9F-29C0-0E3322756E0D}"/>
              </a:ext>
            </a:extLst>
          </p:cNvPr>
          <p:cNvSpPr txBox="1"/>
          <p:nvPr/>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58473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stimonials 4 content with Image">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6"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7142407"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6"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7142407"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 name="Picture Placeholder 3">
            <a:extLst>
              <a:ext uri="{FF2B5EF4-FFF2-40B4-BE49-F238E27FC236}">
                <a16:creationId xmlns:a16="http://schemas.microsoft.com/office/drawing/2014/main" id="{768AEE11-B1C0-D706-E59B-8B1AC4DF5AA3}"/>
              </a:ext>
            </a:extLst>
          </p:cNvPr>
          <p:cNvSpPr>
            <a:spLocks noGrp="1"/>
          </p:cNvSpPr>
          <p:nvPr>
            <p:ph type="pic" sz="quarter" idx="44" hasCustomPrompt="1"/>
          </p:nvPr>
        </p:nvSpPr>
        <p:spPr>
          <a:xfrm>
            <a:off x="1950656"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4" name="Picture Placeholder 3">
            <a:extLst>
              <a:ext uri="{FF2B5EF4-FFF2-40B4-BE49-F238E27FC236}">
                <a16:creationId xmlns:a16="http://schemas.microsoft.com/office/drawing/2014/main" id="{EE890BAE-5A7E-05BF-AA9A-666943CE9387}"/>
              </a:ext>
            </a:extLst>
          </p:cNvPr>
          <p:cNvSpPr>
            <a:spLocks noGrp="1"/>
          </p:cNvSpPr>
          <p:nvPr>
            <p:ph type="pic" sz="quarter" idx="46" hasCustomPrompt="1"/>
          </p:nvPr>
        </p:nvSpPr>
        <p:spPr>
          <a:xfrm>
            <a:off x="7142407"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5" name="Picture Placeholder 3">
            <a:extLst>
              <a:ext uri="{FF2B5EF4-FFF2-40B4-BE49-F238E27FC236}">
                <a16:creationId xmlns:a16="http://schemas.microsoft.com/office/drawing/2014/main" id="{DB1F9243-14E2-6BE0-0494-06C1F0F4DA7A}"/>
              </a:ext>
            </a:extLst>
          </p:cNvPr>
          <p:cNvSpPr>
            <a:spLocks noGrp="1"/>
          </p:cNvSpPr>
          <p:nvPr>
            <p:ph type="pic" sz="quarter" idx="47" hasCustomPrompt="1"/>
          </p:nvPr>
        </p:nvSpPr>
        <p:spPr>
          <a:xfrm>
            <a:off x="1950656"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6" name="Picture Placeholder 3">
            <a:extLst>
              <a:ext uri="{FF2B5EF4-FFF2-40B4-BE49-F238E27FC236}">
                <a16:creationId xmlns:a16="http://schemas.microsoft.com/office/drawing/2014/main" id="{607A0743-423A-D090-C9F4-51FD44D4DD61}"/>
              </a:ext>
            </a:extLst>
          </p:cNvPr>
          <p:cNvSpPr>
            <a:spLocks noGrp="1"/>
          </p:cNvSpPr>
          <p:nvPr>
            <p:ph type="pic" sz="quarter" idx="49" hasCustomPrompt="1"/>
          </p:nvPr>
        </p:nvSpPr>
        <p:spPr>
          <a:xfrm>
            <a:off x="7142407"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2" name="Rectangle">
            <a:extLst>
              <a:ext uri="{FF2B5EF4-FFF2-40B4-BE49-F238E27FC236}">
                <a16:creationId xmlns:a16="http://schemas.microsoft.com/office/drawing/2014/main" id="{452A60C8-A3F6-A3AA-7C25-A59E6169A420}"/>
              </a:ext>
            </a:extLst>
          </p:cNvPr>
          <p:cNvSpPr/>
          <p:nvPr/>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13" name="Text Placeholder 23">
            <a:extLst>
              <a:ext uri="{FF2B5EF4-FFF2-40B4-BE49-F238E27FC236}">
                <a16:creationId xmlns:a16="http://schemas.microsoft.com/office/drawing/2014/main" id="{D8BCE896-668F-C55D-FA77-01EFC1D6C57A}"/>
              </a:ext>
            </a:extLst>
          </p:cNvPr>
          <p:cNvSpPr>
            <a:spLocks noGrp="1"/>
          </p:cNvSpPr>
          <p:nvPr>
            <p:ph type="body" sz="quarter" idx="33" hasCustomPrompt="1"/>
          </p:nvPr>
        </p:nvSpPr>
        <p:spPr>
          <a:xfrm>
            <a:off x="2718761" y="3439474"/>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4" name="Rectangle">
            <a:extLst>
              <a:ext uri="{FF2B5EF4-FFF2-40B4-BE49-F238E27FC236}">
                <a16:creationId xmlns:a16="http://schemas.microsoft.com/office/drawing/2014/main" id="{2DC45A16-8C85-AD25-E065-5AB86C809825}"/>
              </a:ext>
            </a:extLst>
          </p:cNvPr>
          <p:cNvSpPr/>
          <p:nvPr/>
        </p:nvSpPr>
        <p:spPr>
          <a:xfrm>
            <a:off x="270042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6" name="Text Placeholder 23">
            <a:extLst>
              <a:ext uri="{FF2B5EF4-FFF2-40B4-BE49-F238E27FC236}">
                <a16:creationId xmlns:a16="http://schemas.microsoft.com/office/drawing/2014/main" id="{A1AF99F8-1569-C695-4CFB-0F53A300A1E8}"/>
              </a:ext>
            </a:extLst>
          </p:cNvPr>
          <p:cNvSpPr>
            <a:spLocks noGrp="1"/>
          </p:cNvSpPr>
          <p:nvPr>
            <p:ph type="body" sz="quarter" idx="45" hasCustomPrompt="1"/>
          </p:nvPr>
        </p:nvSpPr>
        <p:spPr>
          <a:xfrm>
            <a:off x="7928844" y="3439474"/>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7" name="Rectangle">
            <a:extLst>
              <a:ext uri="{FF2B5EF4-FFF2-40B4-BE49-F238E27FC236}">
                <a16:creationId xmlns:a16="http://schemas.microsoft.com/office/drawing/2014/main" id="{EE574045-CC79-1CC4-6EE4-B81784954845}"/>
              </a:ext>
            </a:extLst>
          </p:cNvPr>
          <p:cNvSpPr/>
          <p:nvPr/>
        </p:nvSpPr>
        <p:spPr>
          <a:xfrm>
            <a:off x="7910511"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799494E7-2A18-D1AF-6451-9B7403032062}"/>
              </a:ext>
            </a:extLst>
          </p:cNvPr>
          <p:cNvSpPr>
            <a:spLocks noGrp="1"/>
          </p:cNvSpPr>
          <p:nvPr>
            <p:ph type="body" sz="quarter" idx="50" hasCustomPrompt="1"/>
          </p:nvPr>
        </p:nvSpPr>
        <p:spPr>
          <a:xfrm>
            <a:off x="2718761" y="5696899"/>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1D10DEFC-1E4F-76FD-F5FD-5B25046E66CA}"/>
              </a:ext>
            </a:extLst>
          </p:cNvPr>
          <p:cNvSpPr/>
          <p:nvPr/>
        </p:nvSpPr>
        <p:spPr>
          <a:xfrm>
            <a:off x="270042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1" name="Text Placeholder 23">
            <a:extLst>
              <a:ext uri="{FF2B5EF4-FFF2-40B4-BE49-F238E27FC236}">
                <a16:creationId xmlns:a16="http://schemas.microsoft.com/office/drawing/2014/main" id="{A8878054-533E-10BB-F4FC-2239643CDE5E}"/>
              </a:ext>
            </a:extLst>
          </p:cNvPr>
          <p:cNvSpPr>
            <a:spLocks noGrp="1"/>
          </p:cNvSpPr>
          <p:nvPr>
            <p:ph type="body" sz="quarter" idx="48" hasCustomPrompt="1"/>
          </p:nvPr>
        </p:nvSpPr>
        <p:spPr>
          <a:xfrm>
            <a:off x="7928844" y="5696899"/>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2" name="Rectangle">
            <a:extLst>
              <a:ext uri="{FF2B5EF4-FFF2-40B4-BE49-F238E27FC236}">
                <a16:creationId xmlns:a16="http://schemas.microsoft.com/office/drawing/2014/main" id="{33364DD9-9116-16F9-5BEA-D017E1629B33}"/>
              </a:ext>
            </a:extLst>
          </p:cNvPr>
          <p:cNvSpPr/>
          <p:nvPr/>
        </p:nvSpPr>
        <p:spPr>
          <a:xfrm>
            <a:off x="7910511"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7" name="TextBox 6">
            <a:extLst>
              <a:ext uri="{FF2B5EF4-FFF2-40B4-BE49-F238E27FC236}">
                <a16:creationId xmlns:a16="http://schemas.microsoft.com/office/drawing/2014/main" id="{70094804-E865-5816-F515-2D8F5F6763CF}"/>
              </a:ext>
            </a:extLst>
          </p:cNvPr>
          <p:cNvSpPr txBox="1"/>
          <p:nvPr/>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721134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hree Content with chart and image">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p:nvSpPr>
        <p:spPr>
          <a:xfrm>
            <a:off x="6247142" y="1561381"/>
            <a:ext cx="5944858" cy="4684144"/>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365442" y="4826000"/>
            <a:ext cx="5424500" cy="125730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365442" y="4445154"/>
            <a:ext cx="5428450" cy="288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6" y="3881886"/>
            <a:ext cx="2484000" cy="22128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1828800"/>
            <a:ext cx="5280850" cy="288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78955" y="2280762"/>
            <a:ext cx="2343601" cy="381396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251389"/>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Insert chart</a:t>
            </a:r>
          </a:p>
        </p:txBody>
      </p:sp>
      <p:sp>
        <p:nvSpPr>
          <p:cNvPr id="18" name="Slide Number Placeholder 10">
            <a:extLst>
              <a:ext uri="{FF2B5EF4-FFF2-40B4-BE49-F238E27FC236}">
                <a16:creationId xmlns:a16="http://schemas.microsoft.com/office/drawing/2014/main" id="{BBD18C34-78F2-B96D-08D2-412E9ADD1DB0}"/>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10" name="Picture Placeholder 9">
            <a:extLst>
              <a:ext uri="{FF2B5EF4-FFF2-40B4-BE49-F238E27FC236}">
                <a16:creationId xmlns:a16="http://schemas.microsoft.com/office/drawing/2014/main" id="{B745E797-9F0E-AD52-F1D3-A03FB6715293}"/>
              </a:ext>
            </a:extLst>
          </p:cNvPr>
          <p:cNvSpPr>
            <a:spLocks noGrp="1"/>
          </p:cNvSpPr>
          <p:nvPr>
            <p:ph type="pic" sz="quarter" idx="37"/>
          </p:nvPr>
        </p:nvSpPr>
        <p:spPr>
          <a:xfrm>
            <a:off x="6542089" y="2208213"/>
            <a:ext cx="2483618" cy="1509712"/>
          </a:xfrm>
          <a:solidFill>
            <a:srgbClr val="D7E0E3"/>
          </a:solidFill>
        </p:spPr>
        <p:txBody>
          <a:bodyPr/>
          <a:lstStyle>
            <a:lvl1pPr marL="0" indent="0">
              <a:buFontTx/>
              <a:buNone/>
              <a:defRPr/>
            </a:lvl1pPr>
          </a:lstStyle>
          <a:p>
            <a:r>
              <a:rPr lang="en-US"/>
              <a:t>Click icon to add picture</a:t>
            </a:r>
          </a:p>
        </p:txBody>
      </p:sp>
    </p:spTree>
    <p:extLst>
      <p:ext uri="{BB962C8B-B14F-4D97-AF65-F5344CB8AC3E}">
        <p14:creationId xmlns:p14="http://schemas.microsoft.com/office/powerpoint/2010/main" val="2400018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Four Content with Image Option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p:nvSpPr>
        <p:spPr>
          <a:xfrm>
            <a:off x="365125" y="1828800"/>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6292" y="1828800"/>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2691443"/>
            <a:ext cx="2340000" cy="239490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2691443"/>
            <a:ext cx="2340000" cy="239490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530600"/>
            <a:ext cx="2484000" cy="253007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04025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04025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894965"/>
            <a:ext cx="2484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5592" y="3530600"/>
            <a:ext cx="2484000" cy="253007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5592" y="2894965"/>
            <a:ext cx="2484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2" name="Picture Placeholder 2">
            <a:extLst>
              <a:ext uri="{FF2B5EF4-FFF2-40B4-BE49-F238E27FC236}">
                <a16:creationId xmlns:a16="http://schemas.microsoft.com/office/drawing/2014/main" id="{9FF2FF64-640E-704B-6783-4B60AEC793BF}"/>
              </a:ext>
            </a:extLst>
          </p:cNvPr>
          <p:cNvSpPr>
            <a:spLocks noGrp="1"/>
          </p:cNvSpPr>
          <p:nvPr>
            <p:ph type="pic" sz="quarter" idx="16" hasCustomPrompt="1"/>
          </p:nvPr>
        </p:nvSpPr>
        <p:spPr>
          <a:xfrm>
            <a:off x="6394742" y="2"/>
            <a:ext cx="5428958" cy="2415394"/>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7" name="Content Placeholder 2">
            <a:extLst>
              <a:ext uri="{FF2B5EF4-FFF2-40B4-BE49-F238E27FC236}">
                <a16:creationId xmlns:a16="http://schemas.microsoft.com/office/drawing/2014/main" id="{F63D8120-E5A2-63CA-BA5B-2EEE04EFFADB}"/>
              </a:ext>
            </a:extLst>
          </p:cNvPr>
          <p:cNvSpPr>
            <a:spLocks noGrp="1"/>
          </p:cNvSpPr>
          <p:nvPr>
            <p:ph sz="half" idx="23" hasCustomPrompt="1"/>
          </p:nvPr>
        </p:nvSpPr>
        <p:spPr>
          <a:xfrm>
            <a:off x="365760" y="5543550"/>
            <a:ext cx="5575732" cy="53721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Tree>
    <p:extLst>
      <p:ext uri="{BB962C8B-B14F-4D97-AF65-F5344CB8AC3E}">
        <p14:creationId xmlns:p14="http://schemas.microsoft.com/office/powerpoint/2010/main" val="86102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14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Content with Numbered and Image Option 2">
    <p:spTree>
      <p:nvGrpSpPr>
        <p:cNvPr id="1" name=""/>
        <p:cNvGrpSpPr/>
        <p:nvPr/>
      </p:nvGrpSpPr>
      <p:grpSpPr>
        <a:xfrm>
          <a:off x="0" y="0"/>
          <a:ext cx="0" cy="0"/>
          <a:chOff x="0" y="0"/>
          <a:chExt cx="0" cy="0"/>
        </a:xfrm>
      </p:grpSpPr>
      <p:sp>
        <p:nvSpPr>
          <p:cNvPr id="8" name="Rectangle">
            <a:extLst>
              <a:ext uri="{FF2B5EF4-FFF2-40B4-BE49-F238E27FC236}">
                <a16:creationId xmlns:a16="http://schemas.microsoft.com/office/drawing/2014/main" id="{FB4343C5-6BB0-1E23-A559-FD2901DC00F5}"/>
              </a:ext>
            </a:extLst>
          </p:cNvPr>
          <p:cNvSpPr/>
          <p:nvPr/>
        </p:nvSpPr>
        <p:spPr>
          <a:xfrm>
            <a:off x="6249491"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FA8037C1-3B71-B75B-9E73-81AD3961ABF0}"/>
              </a:ext>
            </a:extLst>
          </p:cNvPr>
          <p:cNvSpPr/>
          <p:nvPr/>
        </p:nvSpPr>
        <p:spPr>
          <a:xfrm>
            <a:off x="9191675"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0" name="Rectangle">
            <a:extLst>
              <a:ext uri="{FF2B5EF4-FFF2-40B4-BE49-F238E27FC236}">
                <a16:creationId xmlns:a16="http://schemas.microsoft.com/office/drawing/2014/main" id="{48742422-6537-1397-FC9C-2281DCB667AA}"/>
              </a:ext>
            </a:extLst>
          </p:cNvPr>
          <p:cNvSpPr/>
          <p:nvPr/>
        </p:nvSpPr>
        <p:spPr>
          <a:xfrm>
            <a:off x="365125"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7308"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4066470"/>
            <a:ext cx="2340000" cy="186085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4066470"/>
            <a:ext cx="2340000" cy="186085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7091" y="4067175"/>
            <a:ext cx="2340000" cy="186015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7091"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9275" y="4067175"/>
            <a:ext cx="2340000" cy="186015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9275"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575732" cy="914400"/>
          </a:xfrm>
        </p:spPr>
        <p:txBody>
          <a:bodyPr/>
          <a:lstStyle>
            <a:lvl1pPr>
              <a:defRPr>
                <a:latin typeface="Aptos Light" panose="020B0004020202020204" pitchFamily="34" charset="0"/>
              </a:defRPr>
            </a:lvl1pPr>
          </a:lstStyle>
          <a:p>
            <a:r>
              <a:rPr lang="en-US" dirty="0"/>
              <a:t>[Slide title]</a:t>
            </a:r>
          </a:p>
        </p:txBody>
      </p:sp>
      <p:sp>
        <p:nvSpPr>
          <p:cNvPr id="2" name="Picture Placeholder 2">
            <a:extLst>
              <a:ext uri="{FF2B5EF4-FFF2-40B4-BE49-F238E27FC236}">
                <a16:creationId xmlns:a16="http://schemas.microsoft.com/office/drawing/2014/main" id="{9FF2FF64-640E-704B-6783-4B60AEC793BF}"/>
              </a:ext>
            </a:extLst>
          </p:cNvPr>
          <p:cNvSpPr>
            <a:spLocks noGrp="1"/>
          </p:cNvSpPr>
          <p:nvPr>
            <p:ph type="pic" sz="quarter" idx="16" hasCustomPrompt="1"/>
          </p:nvPr>
        </p:nvSpPr>
        <p:spPr>
          <a:xfrm>
            <a:off x="6394742" y="2"/>
            <a:ext cx="5428958" cy="2415394"/>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8" name="TextBox 17">
            <a:extLst>
              <a:ext uri="{FF2B5EF4-FFF2-40B4-BE49-F238E27FC236}">
                <a16:creationId xmlns:a16="http://schemas.microsoft.com/office/drawing/2014/main" id="{97B93CAE-3B82-2DB0-0B81-FC893DE6A2FB}"/>
              </a:ext>
            </a:extLst>
          </p:cNvPr>
          <p:cNvSpPr txBox="1"/>
          <p:nvPr/>
        </p:nvSpPr>
        <p:spPr>
          <a:xfrm>
            <a:off x="2443150"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01</a:t>
            </a:r>
          </a:p>
        </p:txBody>
      </p:sp>
      <p:sp>
        <p:nvSpPr>
          <p:cNvPr id="19" name="TextBox 18">
            <a:extLst>
              <a:ext uri="{FF2B5EF4-FFF2-40B4-BE49-F238E27FC236}">
                <a16:creationId xmlns:a16="http://schemas.microsoft.com/office/drawing/2014/main" id="{818DE04D-F6BF-EAC6-8A2D-E3BC84AF3324}"/>
              </a:ext>
            </a:extLst>
          </p:cNvPr>
          <p:cNvSpPr txBox="1"/>
          <p:nvPr/>
        </p:nvSpPr>
        <p:spPr>
          <a:xfrm>
            <a:off x="5328077"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02</a:t>
            </a:r>
          </a:p>
        </p:txBody>
      </p:sp>
      <p:sp>
        <p:nvSpPr>
          <p:cNvPr id="20" name="TextBox 19">
            <a:extLst>
              <a:ext uri="{FF2B5EF4-FFF2-40B4-BE49-F238E27FC236}">
                <a16:creationId xmlns:a16="http://schemas.microsoft.com/office/drawing/2014/main" id="{A6744A6F-A960-7D41-6995-ED0FFC8FA952}"/>
              </a:ext>
            </a:extLst>
          </p:cNvPr>
          <p:cNvSpPr txBox="1"/>
          <p:nvPr/>
        </p:nvSpPr>
        <p:spPr>
          <a:xfrm>
            <a:off x="8253346"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03</a:t>
            </a:r>
          </a:p>
        </p:txBody>
      </p:sp>
      <p:sp>
        <p:nvSpPr>
          <p:cNvPr id="21" name="TextBox 20">
            <a:extLst>
              <a:ext uri="{FF2B5EF4-FFF2-40B4-BE49-F238E27FC236}">
                <a16:creationId xmlns:a16="http://schemas.microsoft.com/office/drawing/2014/main" id="{FAA85324-6B06-B062-8016-28E8B4B81D4C}"/>
              </a:ext>
            </a:extLst>
          </p:cNvPr>
          <p:cNvSpPr txBox="1"/>
          <p:nvPr/>
        </p:nvSpPr>
        <p:spPr>
          <a:xfrm>
            <a:off x="11195530"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04</a:t>
            </a:r>
          </a:p>
        </p:txBody>
      </p:sp>
    </p:spTree>
    <p:extLst>
      <p:ext uri="{BB962C8B-B14F-4D97-AF65-F5344CB8AC3E}">
        <p14:creationId xmlns:p14="http://schemas.microsoft.com/office/powerpoint/2010/main" val="1397524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269">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our Content with Map Option 1">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6" name="World">
            <a:extLst>
              <a:ext uri="{FF2B5EF4-FFF2-40B4-BE49-F238E27FC236}">
                <a16:creationId xmlns:a16="http://schemas.microsoft.com/office/drawing/2014/main" id="{302B45D3-4A9B-8656-8728-AA9E3A9E764B}"/>
              </a:ext>
            </a:extLst>
          </p:cNvPr>
          <p:cNvSpPr>
            <a:spLocks noChangeAspect="1" noEditPoints="1"/>
          </p:cNvSpPr>
          <p:nvPr/>
        </p:nvSpPr>
        <p:spPr bwMode="auto">
          <a:xfrm>
            <a:off x="376688" y="1943100"/>
            <a:ext cx="5405642" cy="2802255"/>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4" name="UST" descr="UST">
            <a:extLst>
              <a:ext uri="{FF2B5EF4-FFF2-40B4-BE49-F238E27FC236}">
                <a16:creationId xmlns:a16="http://schemas.microsoft.com/office/drawing/2014/main" id="{F3A3F4EA-1A5D-0492-4F9C-3F52B3290F29}"/>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latin typeface="Aptos Light" panose="020B0004020202020204" pitchFamily="34" charset="0"/>
            </a:endParaRPr>
          </a:p>
        </p:txBody>
      </p:sp>
      <p:sp>
        <p:nvSpPr>
          <p:cNvPr id="10" name="Legal">
            <a:extLst>
              <a:ext uri="{FF2B5EF4-FFF2-40B4-BE49-F238E27FC236}">
                <a16:creationId xmlns:a16="http://schemas.microsoft.com/office/drawing/2014/main" id="{A8F13F7D-0B87-DB2F-ADE1-EDF73E59108A}"/>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2025 UST Global Inc</a:t>
            </a:r>
          </a:p>
        </p:txBody>
      </p:sp>
      <p:sp>
        <p:nvSpPr>
          <p:cNvPr id="11" name="Slide Number Placeholder 10">
            <a:extLst>
              <a:ext uri="{FF2B5EF4-FFF2-40B4-BE49-F238E27FC236}">
                <a16:creationId xmlns:a16="http://schemas.microsoft.com/office/drawing/2014/main" id="{EEDC24AA-2FE6-54E5-4AFC-6CB6BDDC3547}"/>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4128035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ree Content with char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normAutofit/>
          </a:bodyPr>
          <a:lstStyle>
            <a:lvl1pPr marL="0" indent="0">
              <a:spcBef>
                <a:spcPts val="600"/>
              </a:spcBef>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92417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Insert chart</a:t>
            </a:r>
          </a:p>
        </p:txBody>
      </p:sp>
      <p:sp>
        <p:nvSpPr>
          <p:cNvPr id="4" name="UST" descr="UST">
            <a:extLst>
              <a:ext uri="{FF2B5EF4-FFF2-40B4-BE49-F238E27FC236}">
                <a16:creationId xmlns:a16="http://schemas.microsoft.com/office/drawing/2014/main" id="{DB887B6C-CF31-9951-F4CF-8B3C871C95E1}"/>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latin typeface="Aptos Light" panose="020B0004020202020204" pitchFamily="34" charset="0"/>
            </a:endParaRPr>
          </a:p>
        </p:txBody>
      </p:sp>
      <p:sp>
        <p:nvSpPr>
          <p:cNvPr id="10" name="Legal">
            <a:extLst>
              <a:ext uri="{FF2B5EF4-FFF2-40B4-BE49-F238E27FC236}">
                <a16:creationId xmlns:a16="http://schemas.microsoft.com/office/drawing/2014/main" id="{238BBB76-C843-1F97-0A82-2E1C8B2D1C1A}"/>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2025 UST Global Inc</a:t>
            </a:r>
          </a:p>
        </p:txBody>
      </p:sp>
      <p:sp>
        <p:nvSpPr>
          <p:cNvPr id="11" name="Slide Number Placeholder 10">
            <a:extLst>
              <a:ext uri="{FF2B5EF4-FFF2-40B4-BE49-F238E27FC236}">
                <a16:creationId xmlns:a16="http://schemas.microsoft.com/office/drawing/2014/main" id="{DA4F8DA3-D0D1-1262-09F5-EAA50B8FB445}"/>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27009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ree Content with Image ">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p:nvSpPr>
        <p:spPr>
          <a:xfrm>
            <a:off x="8734741" y="0"/>
            <a:ext cx="3457259" cy="68580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6" name="UST" descr="UST">
            <a:extLst>
              <a:ext uri="{FF2B5EF4-FFF2-40B4-BE49-F238E27FC236}">
                <a16:creationId xmlns:a16="http://schemas.microsoft.com/office/drawing/2014/main" id="{63BDAF2E-DD6E-72F0-91D7-FCD33F705716}"/>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365124" y="1828799"/>
            <a:ext cx="3894139" cy="2462057"/>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9025992" y="2410416"/>
            <a:ext cx="2797200" cy="3672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1966947" y="4958641"/>
            <a:ext cx="6467370" cy="106115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4559687" y="2522973"/>
            <a:ext cx="3874629" cy="1767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9025992" y="1755097"/>
            <a:ext cx="27972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1966946" y="4495756"/>
            <a:ext cx="6467370" cy="3384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4559687" y="1867654"/>
            <a:ext cx="3874629"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8068556" cy="914400"/>
          </a:xfrm>
        </p:spPr>
        <p:txBody>
          <a:bodyPr/>
          <a:lstStyle>
            <a:lvl1pPr>
              <a:defRPr>
                <a:latin typeface="Aptos Light" panose="020B0004020202020204" pitchFamily="34" charset="0"/>
              </a:defRPr>
            </a:lvl1pPr>
          </a:lstStyle>
          <a:p>
            <a:r>
              <a:rPr lang="en-US" dirty="0"/>
              <a:t>[Slide title]</a:t>
            </a:r>
          </a:p>
        </p:txBody>
      </p:sp>
      <p:sp>
        <p:nvSpPr>
          <p:cNvPr id="5" name="UST" descr="UST">
            <a:extLst>
              <a:ext uri="{FF2B5EF4-FFF2-40B4-BE49-F238E27FC236}">
                <a16:creationId xmlns:a16="http://schemas.microsoft.com/office/drawing/2014/main" id="{399C3DBC-3336-D9B5-A00C-DDAA67E0E848}"/>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latin typeface="Aptos Light" panose="020B0004020202020204" pitchFamily="34" charset="0"/>
            </a:endParaRPr>
          </a:p>
        </p:txBody>
      </p:sp>
      <p:sp>
        <p:nvSpPr>
          <p:cNvPr id="7" name="Legal">
            <a:extLst>
              <a:ext uri="{FF2B5EF4-FFF2-40B4-BE49-F238E27FC236}">
                <a16:creationId xmlns:a16="http://schemas.microsoft.com/office/drawing/2014/main" id="{EB083E04-0EEE-3DD4-C226-8403698D4F5A}"/>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2025 UST Global Inc</a:t>
            </a:r>
          </a:p>
        </p:txBody>
      </p:sp>
      <p:sp>
        <p:nvSpPr>
          <p:cNvPr id="8" name="Slide Number Placeholder 10">
            <a:extLst>
              <a:ext uri="{FF2B5EF4-FFF2-40B4-BE49-F238E27FC236}">
                <a16:creationId xmlns:a16="http://schemas.microsoft.com/office/drawing/2014/main" id="{AF04846F-E740-D03D-0922-CB8448F8C68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987073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83">
          <p15:clr>
            <a:srgbClr val="FBAE40"/>
          </p15:clr>
        </p15:guide>
        <p15:guide id="2" pos="2506">
          <p15:clr>
            <a:srgbClr val="FBAE40"/>
          </p15:clr>
        </p15:guide>
        <p15:guide id="3" pos="4978">
          <p15:clr>
            <a:srgbClr val="FBAE40"/>
          </p15:clr>
        </p15:guide>
        <p15:guide id="4" pos="5155">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hree Content with chart and icons">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dirty="0"/>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dirty="0"/>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dirty="0"/>
              <a:t>ICONS</a:t>
            </a:r>
          </a:p>
        </p:txBody>
      </p:sp>
      <p:sp>
        <p:nvSpPr>
          <p:cNvPr id="3" name="Picture Placeholder 2">
            <a:extLst>
              <a:ext uri="{FF2B5EF4-FFF2-40B4-BE49-F238E27FC236}">
                <a16:creationId xmlns:a16="http://schemas.microsoft.com/office/drawing/2014/main" id="{12498F86-8473-31F9-5785-3E5C9CE98C8E}"/>
              </a:ext>
            </a:extLst>
          </p:cNvPr>
          <p:cNvSpPr>
            <a:spLocks noGrp="1"/>
          </p:cNvSpPr>
          <p:nvPr>
            <p:ph type="pic" sz="quarter" idx="16" hasCustomPrompt="1"/>
          </p:nvPr>
        </p:nvSpPr>
        <p:spPr>
          <a:xfrm>
            <a:off x="365125" y="1619954"/>
            <a:ext cx="3611564" cy="3637845"/>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2310652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Table with Imag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2828925" y="2314574"/>
            <a:ext cx="5657850" cy="294322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121015"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8" name="Picture Placeholder 2">
            <a:extLst>
              <a:ext uri="{FF2B5EF4-FFF2-40B4-BE49-F238E27FC236}">
                <a16:creationId xmlns:a16="http://schemas.microsoft.com/office/drawing/2014/main" id="{204027CF-899E-166B-C324-E8BE2DA5E83A}"/>
              </a:ext>
            </a:extLst>
          </p:cNvPr>
          <p:cNvSpPr>
            <a:spLocks noGrp="1"/>
          </p:cNvSpPr>
          <p:nvPr>
            <p:ph type="pic" sz="quarter" idx="16" hasCustomPrompt="1"/>
          </p:nvPr>
        </p:nvSpPr>
        <p:spPr>
          <a:xfrm>
            <a:off x="365125" y="1619954"/>
            <a:ext cx="2178050" cy="3637845"/>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9" name="Text Placeholder 23">
            <a:extLst>
              <a:ext uri="{FF2B5EF4-FFF2-40B4-BE49-F238E27FC236}">
                <a16:creationId xmlns:a16="http://schemas.microsoft.com/office/drawing/2014/main" id="{5B071885-DBF9-E035-E833-5927C802B76E}"/>
              </a:ext>
            </a:extLst>
          </p:cNvPr>
          <p:cNvSpPr>
            <a:spLocks noGrp="1"/>
          </p:cNvSpPr>
          <p:nvPr>
            <p:ph type="body" sz="quarter" idx="24" hasCustomPrompt="1"/>
          </p:nvPr>
        </p:nvSpPr>
        <p:spPr>
          <a:xfrm>
            <a:off x="2828925" y="1619954"/>
            <a:ext cx="8994267" cy="526483"/>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21" name="Content Placeholder 4">
            <a:extLst>
              <a:ext uri="{FF2B5EF4-FFF2-40B4-BE49-F238E27FC236}">
                <a16:creationId xmlns:a16="http://schemas.microsoft.com/office/drawing/2014/main" id="{0DE0A2E2-ABA6-874A-4396-56EF0D43B92B}"/>
              </a:ext>
            </a:extLst>
          </p:cNvPr>
          <p:cNvSpPr>
            <a:spLocks noGrp="1"/>
          </p:cNvSpPr>
          <p:nvPr>
            <p:ph sz="quarter" idx="13" hasCustomPrompt="1"/>
          </p:nvPr>
        </p:nvSpPr>
        <p:spPr>
          <a:xfrm>
            <a:off x="8877300" y="2314574"/>
            <a:ext cx="2945892" cy="3766186"/>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Tree>
    <p:extLst>
      <p:ext uri="{BB962C8B-B14F-4D97-AF65-F5344CB8AC3E}">
        <p14:creationId xmlns:p14="http://schemas.microsoft.com/office/powerpoint/2010/main" val="2756149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Table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76A51823-0A0E-6B74-DF99-30DC7CF78F08}"/>
              </a:ext>
            </a:extLst>
          </p:cNvPr>
          <p:cNvSpPr>
            <a:spLocks/>
          </p:cNvSpPr>
          <p:nvPr/>
        </p:nvSpPr>
        <p:spPr>
          <a:xfrm>
            <a:off x="8734741" y="0"/>
            <a:ext cx="3457259" cy="68580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Legal">
            <a:extLst>
              <a:ext uri="{FF2B5EF4-FFF2-40B4-BE49-F238E27FC236}">
                <a16:creationId xmlns:a16="http://schemas.microsoft.com/office/drawing/2014/main" id="{FB61353C-1C41-FF98-EFB3-30FB9F3B99D5}"/>
              </a:ext>
            </a:extLst>
          </p:cNvPr>
          <p:cNvSpPr txBox="1">
            <a:spLocks/>
          </p:cNvSpPr>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2025 UST Global Inc</a:t>
            </a:r>
          </a:p>
        </p:txBody>
      </p:sp>
      <p:sp>
        <p:nvSpPr>
          <p:cNvPr id="6" name="Slide Number Placeholder 10">
            <a:extLst>
              <a:ext uri="{FF2B5EF4-FFF2-40B4-BE49-F238E27FC236}">
                <a16:creationId xmlns:a16="http://schemas.microsoft.com/office/drawing/2014/main" id="{DC1F637D-61C4-74B5-3BF1-6130B764650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7" name="Content Placeholder 2">
            <a:extLst>
              <a:ext uri="{FF2B5EF4-FFF2-40B4-BE49-F238E27FC236}">
                <a16:creationId xmlns:a16="http://schemas.microsoft.com/office/drawing/2014/main" id="{5669CB96-92D2-4A53-7760-8A6196161E38}"/>
              </a:ext>
            </a:extLst>
          </p:cNvPr>
          <p:cNvSpPr>
            <a:spLocks noGrp="1"/>
          </p:cNvSpPr>
          <p:nvPr>
            <p:ph sz="half" idx="1" hasCustomPrompt="1"/>
          </p:nvPr>
        </p:nvSpPr>
        <p:spPr>
          <a:xfrm>
            <a:off x="9025992" y="2410416"/>
            <a:ext cx="2797200" cy="3672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Text Placeholder 23">
            <a:extLst>
              <a:ext uri="{FF2B5EF4-FFF2-40B4-BE49-F238E27FC236}">
                <a16:creationId xmlns:a16="http://schemas.microsoft.com/office/drawing/2014/main" id="{FDA57737-95D1-C96B-59E6-05BA512C00CC}"/>
              </a:ext>
            </a:extLst>
          </p:cNvPr>
          <p:cNvSpPr>
            <a:spLocks noGrp="1"/>
          </p:cNvSpPr>
          <p:nvPr>
            <p:ph type="body" sz="quarter" idx="24" hasCustomPrompt="1"/>
          </p:nvPr>
        </p:nvSpPr>
        <p:spPr>
          <a:xfrm>
            <a:off x="9025992" y="1755097"/>
            <a:ext cx="27972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65125" y="1619954"/>
            <a:ext cx="8121650" cy="363784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121015"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3125471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Four Content with Icons">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p:nvSpPr>
        <p:spPr>
          <a:xfrm>
            <a:off x="365125"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62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p:nvSpPr>
        <p:spPr>
          <a:xfrm>
            <a:off x="624714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3" name="Rectangle">
            <a:extLst>
              <a:ext uri="{FF2B5EF4-FFF2-40B4-BE49-F238E27FC236}">
                <a16:creationId xmlns:a16="http://schemas.microsoft.com/office/drawing/2014/main" id="{84DE45D0-0C9F-BEB2-7B47-656E34356562}"/>
              </a:ext>
            </a:extLst>
          </p:cNvPr>
          <p:cNvSpPr/>
          <p:nvPr/>
        </p:nvSpPr>
        <p:spPr>
          <a:xfrm>
            <a:off x="91879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55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55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6" name="Picture Placeholder 15">
            <a:extLst>
              <a:ext uri="{FF2B5EF4-FFF2-40B4-BE49-F238E27FC236}">
                <a16:creationId xmlns:a16="http://schemas.microsoft.com/office/drawing/2014/main" id="{270353E4-7203-F007-2B7F-76E3536428CF}"/>
              </a:ext>
            </a:extLst>
          </p:cNvPr>
          <p:cNvSpPr>
            <a:spLocks noGrp="1"/>
          </p:cNvSpPr>
          <p:nvPr>
            <p:ph type="pic" sz="quarter" idx="32" hasCustomPrompt="1"/>
          </p:nvPr>
        </p:nvSpPr>
        <p:spPr>
          <a:xfrm>
            <a:off x="512725" y="1965325"/>
            <a:ext cx="539750" cy="539750"/>
          </a:xfrm>
        </p:spPr>
        <p:txBody>
          <a:bodyPr>
            <a:normAutofit/>
          </a:bodyPr>
          <a:lstStyle>
            <a:lvl1pPr marL="0" indent="0">
              <a:buFontTx/>
              <a:buNone/>
              <a:defRPr sz="1000"/>
            </a:lvl1pPr>
          </a:lstStyle>
          <a:p>
            <a:r>
              <a:rPr lang="en-US" dirty="0"/>
              <a:t>ICONS</a:t>
            </a:r>
          </a:p>
        </p:txBody>
      </p:sp>
      <p:sp>
        <p:nvSpPr>
          <p:cNvPr id="17" name="Picture Placeholder 15">
            <a:extLst>
              <a:ext uri="{FF2B5EF4-FFF2-40B4-BE49-F238E27FC236}">
                <a16:creationId xmlns:a16="http://schemas.microsoft.com/office/drawing/2014/main" id="{5B996097-C154-1646-7A44-B3F47471C8A9}"/>
              </a:ext>
            </a:extLst>
          </p:cNvPr>
          <p:cNvSpPr>
            <a:spLocks noGrp="1"/>
          </p:cNvSpPr>
          <p:nvPr>
            <p:ph type="pic" sz="quarter" idx="33" hasCustomPrompt="1"/>
          </p:nvPr>
        </p:nvSpPr>
        <p:spPr>
          <a:xfrm>
            <a:off x="3453892" y="1965325"/>
            <a:ext cx="539750" cy="539750"/>
          </a:xfrm>
        </p:spPr>
        <p:txBody>
          <a:bodyPr>
            <a:normAutofit/>
          </a:bodyPr>
          <a:lstStyle>
            <a:lvl1pPr marL="0" indent="0">
              <a:buFontTx/>
              <a:buNone/>
              <a:defRPr sz="1000"/>
            </a:lvl1pPr>
          </a:lstStyle>
          <a:p>
            <a:r>
              <a:rPr lang="en-US" dirty="0"/>
              <a:t>ICONS</a:t>
            </a:r>
          </a:p>
        </p:txBody>
      </p:sp>
      <p:sp>
        <p:nvSpPr>
          <p:cNvPr id="18" name="Picture Placeholder 15">
            <a:extLst>
              <a:ext uri="{FF2B5EF4-FFF2-40B4-BE49-F238E27FC236}">
                <a16:creationId xmlns:a16="http://schemas.microsoft.com/office/drawing/2014/main" id="{E10F9CFE-7DA6-67BF-B9F0-514C0EE73C55}"/>
              </a:ext>
            </a:extLst>
          </p:cNvPr>
          <p:cNvSpPr>
            <a:spLocks noGrp="1"/>
          </p:cNvSpPr>
          <p:nvPr>
            <p:ph type="pic" sz="quarter" idx="34" hasCustomPrompt="1"/>
          </p:nvPr>
        </p:nvSpPr>
        <p:spPr>
          <a:xfrm>
            <a:off x="6394742" y="1965325"/>
            <a:ext cx="539750" cy="539750"/>
          </a:xfrm>
        </p:spPr>
        <p:txBody>
          <a:bodyPr>
            <a:normAutofit/>
          </a:bodyPr>
          <a:lstStyle>
            <a:lvl1pPr marL="0" indent="0">
              <a:buFontTx/>
              <a:buNone/>
              <a:defRPr sz="1000"/>
            </a:lvl1pPr>
          </a:lstStyle>
          <a:p>
            <a:r>
              <a:rPr lang="en-US" dirty="0"/>
              <a:t>ICONS</a:t>
            </a:r>
          </a:p>
        </p:txBody>
      </p:sp>
      <p:sp>
        <p:nvSpPr>
          <p:cNvPr id="19" name="Picture Placeholder 15">
            <a:extLst>
              <a:ext uri="{FF2B5EF4-FFF2-40B4-BE49-F238E27FC236}">
                <a16:creationId xmlns:a16="http://schemas.microsoft.com/office/drawing/2014/main" id="{0B0AB8C9-1D20-7BE7-5898-41FAD8FF458A}"/>
              </a:ext>
            </a:extLst>
          </p:cNvPr>
          <p:cNvSpPr>
            <a:spLocks noGrp="1"/>
          </p:cNvSpPr>
          <p:nvPr>
            <p:ph type="pic" sz="quarter" idx="35" hasCustomPrompt="1"/>
          </p:nvPr>
        </p:nvSpPr>
        <p:spPr>
          <a:xfrm>
            <a:off x="9335592" y="1965325"/>
            <a:ext cx="539750" cy="539750"/>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1761986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Four Content with Icons 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4E91DC-7A19-189D-88BF-41FF649D90FA}"/>
              </a:ext>
            </a:extLst>
          </p:cNvPr>
          <p:cNvSpPr/>
          <p:nvPr/>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7" name="UST" descr="UST">
            <a:extLst>
              <a:ext uri="{FF2B5EF4-FFF2-40B4-BE49-F238E27FC236}">
                <a16:creationId xmlns:a16="http://schemas.microsoft.com/office/drawing/2014/main" id="{98320D35-625B-42B1-0DAB-E0F735F519C0}"/>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8" name="Legal">
            <a:extLst>
              <a:ext uri="{FF2B5EF4-FFF2-40B4-BE49-F238E27FC236}">
                <a16:creationId xmlns:a16="http://schemas.microsoft.com/office/drawing/2014/main" id="{2E24C0DE-F12D-16B1-CA73-3C659B596216}"/>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2025 UST Global Inc</a:t>
            </a:r>
          </a:p>
        </p:txBody>
      </p:sp>
      <p:sp>
        <p:nvSpPr>
          <p:cNvPr id="15" name="Slide Number Placeholder 10">
            <a:extLst>
              <a:ext uri="{FF2B5EF4-FFF2-40B4-BE49-F238E27FC236}">
                <a16:creationId xmlns:a16="http://schemas.microsoft.com/office/drawing/2014/main" id="{7EBF936B-4A69-33A1-1F72-AFDC945BA0D0}"/>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10" name="Rectangle">
            <a:extLst>
              <a:ext uri="{FF2B5EF4-FFF2-40B4-BE49-F238E27FC236}">
                <a16:creationId xmlns:a16="http://schemas.microsoft.com/office/drawing/2014/main" id="{48742422-6537-1397-FC9C-2281DCB667AA}"/>
              </a:ext>
            </a:extLst>
          </p:cNvPr>
          <p:cNvSpPr/>
          <p:nvPr/>
        </p:nvSpPr>
        <p:spPr>
          <a:xfrm>
            <a:off x="365125"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62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p:nvSpPr>
        <p:spPr>
          <a:xfrm>
            <a:off x="624714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3" name="Rectangle">
            <a:extLst>
              <a:ext uri="{FF2B5EF4-FFF2-40B4-BE49-F238E27FC236}">
                <a16:creationId xmlns:a16="http://schemas.microsoft.com/office/drawing/2014/main" id="{84DE45D0-0C9F-BEB2-7B47-656E34356562}"/>
              </a:ext>
            </a:extLst>
          </p:cNvPr>
          <p:cNvSpPr/>
          <p:nvPr/>
        </p:nvSpPr>
        <p:spPr>
          <a:xfrm>
            <a:off x="91879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21" name="Content Placeholder 2">
            <a:extLst>
              <a:ext uri="{FF2B5EF4-FFF2-40B4-BE49-F238E27FC236}">
                <a16:creationId xmlns:a16="http://schemas.microsoft.com/office/drawing/2014/main" id="{3AA5C671-3D69-9BA0-6A72-66479F973D14}"/>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2" name="Content Placeholder 3">
            <a:extLst>
              <a:ext uri="{FF2B5EF4-FFF2-40B4-BE49-F238E27FC236}">
                <a16:creationId xmlns:a16="http://schemas.microsoft.com/office/drawing/2014/main" id="{B252075D-9496-78FE-B65E-43EDAAB9AB3B}"/>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3" name="Content Placeholder 4">
            <a:extLst>
              <a:ext uri="{FF2B5EF4-FFF2-40B4-BE49-F238E27FC236}">
                <a16:creationId xmlns:a16="http://schemas.microsoft.com/office/drawing/2014/main" id="{A9E64215-D1F4-DD33-4BCA-06BC662E6EA2}"/>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5" name="Text Placeholder 23">
            <a:extLst>
              <a:ext uri="{FF2B5EF4-FFF2-40B4-BE49-F238E27FC236}">
                <a16:creationId xmlns:a16="http://schemas.microsoft.com/office/drawing/2014/main" id="{1685D53D-9872-2E05-F67B-F789AD538602}"/>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8" name="Text Placeholder 23">
            <a:extLst>
              <a:ext uri="{FF2B5EF4-FFF2-40B4-BE49-F238E27FC236}">
                <a16:creationId xmlns:a16="http://schemas.microsoft.com/office/drawing/2014/main" id="{F0F2594D-4B08-E96D-88C7-83D5B59DDA55}"/>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9" name="Text Placeholder 23">
            <a:extLst>
              <a:ext uri="{FF2B5EF4-FFF2-40B4-BE49-F238E27FC236}">
                <a16:creationId xmlns:a16="http://schemas.microsoft.com/office/drawing/2014/main" id="{A8C45A16-F6AF-79E4-ABE4-980985D6E88D}"/>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30" name="Content Placeholder 4">
            <a:extLst>
              <a:ext uri="{FF2B5EF4-FFF2-40B4-BE49-F238E27FC236}">
                <a16:creationId xmlns:a16="http://schemas.microsoft.com/office/drawing/2014/main" id="{A9467270-0EF8-A7E2-B6B1-F5C43D1F8AC4}"/>
              </a:ext>
            </a:extLst>
          </p:cNvPr>
          <p:cNvSpPr>
            <a:spLocks noGrp="1"/>
          </p:cNvSpPr>
          <p:nvPr>
            <p:ph sz="quarter" idx="30" hasCustomPrompt="1"/>
          </p:nvPr>
        </p:nvSpPr>
        <p:spPr>
          <a:xfrm>
            <a:off x="93355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1" name="Text Placeholder 23">
            <a:extLst>
              <a:ext uri="{FF2B5EF4-FFF2-40B4-BE49-F238E27FC236}">
                <a16:creationId xmlns:a16="http://schemas.microsoft.com/office/drawing/2014/main" id="{743D0181-5483-3441-362F-466023E6F418}"/>
              </a:ext>
            </a:extLst>
          </p:cNvPr>
          <p:cNvSpPr>
            <a:spLocks noGrp="1"/>
          </p:cNvSpPr>
          <p:nvPr>
            <p:ph type="body" sz="quarter" idx="31" hasCustomPrompt="1"/>
          </p:nvPr>
        </p:nvSpPr>
        <p:spPr>
          <a:xfrm>
            <a:off x="93355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32" name="Picture Placeholder 15">
            <a:extLst>
              <a:ext uri="{FF2B5EF4-FFF2-40B4-BE49-F238E27FC236}">
                <a16:creationId xmlns:a16="http://schemas.microsoft.com/office/drawing/2014/main" id="{0419E103-77EB-7D50-C2B7-BB9A49372C81}"/>
              </a:ext>
            </a:extLst>
          </p:cNvPr>
          <p:cNvSpPr>
            <a:spLocks noGrp="1"/>
          </p:cNvSpPr>
          <p:nvPr>
            <p:ph type="pic" sz="quarter" idx="32" hasCustomPrompt="1"/>
          </p:nvPr>
        </p:nvSpPr>
        <p:spPr>
          <a:xfrm>
            <a:off x="512725" y="1965325"/>
            <a:ext cx="539750" cy="539750"/>
          </a:xfrm>
        </p:spPr>
        <p:txBody>
          <a:bodyPr>
            <a:normAutofit/>
          </a:bodyPr>
          <a:lstStyle>
            <a:lvl1pPr marL="0" indent="0">
              <a:buFontTx/>
              <a:buNone/>
              <a:defRPr sz="1000"/>
            </a:lvl1pPr>
          </a:lstStyle>
          <a:p>
            <a:r>
              <a:rPr lang="en-US" dirty="0"/>
              <a:t>ICONS</a:t>
            </a:r>
          </a:p>
        </p:txBody>
      </p:sp>
      <p:sp>
        <p:nvSpPr>
          <p:cNvPr id="33" name="Picture Placeholder 15">
            <a:extLst>
              <a:ext uri="{FF2B5EF4-FFF2-40B4-BE49-F238E27FC236}">
                <a16:creationId xmlns:a16="http://schemas.microsoft.com/office/drawing/2014/main" id="{4CE07DAA-BBB0-10C2-D400-C1EA56893018}"/>
              </a:ext>
            </a:extLst>
          </p:cNvPr>
          <p:cNvSpPr>
            <a:spLocks noGrp="1"/>
          </p:cNvSpPr>
          <p:nvPr>
            <p:ph type="pic" sz="quarter" idx="33" hasCustomPrompt="1"/>
          </p:nvPr>
        </p:nvSpPr>
        <p:spPr>
          <a:xfrm>
            <a:off x="3453892" y="1965325"/>
            <a:ext cx="539750" cy="539750"/>
          </a:xfrm>
        </p:spPr>
        <p:txBody>
          <a:bodyPr>
            <a:normAutofit/>
          </a:bodyPr>
          <a:lstStyle>
            <a:lvl1pPr marL="0" indent="0">
              <a:buFontTx/>
              <a:buNone/>
              <a:defRPr sz="1000"/>
            </a:lvl1pPr>
          </a:lstStyle>
          <a:p>
            <a:r>
              <a:rPr lang="en-US" dirty="0"/>
              <a:t>ICONS</a:t>
            </a:r>
          </a:p>
        </p:txBody>
      </p:sp>
      <p:sp>
        <p:nvSpPr>
          <p:cNvPr id="34" name="Picture Placeholder 15">
            <a:extLst>
              <a:ext uri="{FF2B5EF4-FFF2-40B4-BE49-F238E27FC236}">
                <a16:creationId xmlns:a16="http://schemas.microsoft.com/office/drawing/2014/main" id="{357E1D4C-7741-CE2E-5049-4F0E67490A05}"/>
              </a:ext>
            </a:extLst>
          </p:cNvPr>
          <p:cNvSpPr>
            <a:spLocks noGrp="1"/>
          </p:cNvSpPr>
          <p:nvPr>
            <p:ph type="pic" sz="quarter" idx="34" hasCustomPrompt="1"/>
          </p:nvPr>
        </p:nvSpPr>
        <p:spPr>
          <a:xfrm>
            <a:off x="6394742" y="1965325"/>
            <a:ext cx="539750" cy="539750"/>
          </a:xfrm>
        </p:spPr>
        <p:txBody>
          <a:bodyPr>
            <a:normAutofit/>
          </a:bodyPr>
          <a:lstStyle>
            <a:lvl1pPr marL="0" indent="0">
              <a:buFontTx/>
              <a:buNone/>
              <a:defRPr sz="1000"/>
            </a:lvl1pPr>
          </a:lstStyle>
          <a:p>
            <a:r>
              <a:rPr lang="en-US" dirty="0"/>
              <a:t>ICONS</a:t>
            </a:r>
          </a:p>
        </p:txBody>
      </p:sp>
      <p:sp>
        <p:nvSpPr>
          <p:cNvPr id="35" name="Picture Placeholder 15">
            <a:extLst>
              <a:ext uri="{FF2B5EF4-FFF2-40B4-BE49-F238E27FC236}">
                <a16:creationId xmlns:a16="http://schemas.microsoft.com/office/drawing/2014/main" id="{392105B4-F615-0097-2247-1AF2C932EB48}"/>
              </a:ext>
            </a:extLst>
          </p:cNvPr>
          <p:cNvSpPr>
            <a:spLocks noGrp="1"/>
          </p:cNvSpPr>
          <p:nvPr>
            <p:ph type="pic" sz="quarter" idx="35" hasCustomPrompt="1"/>
          </p:nvPr>
        </p:nvSpPr>
        <p:spPr>
          <a:xfrm>
            <a:off x="9335592" y="1965325"/>
            <a:ext cx="539750" cy="539750"/>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166614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hree Content with numbering and Image">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1828800"/>
            <a:ext cx="2635200" cy="371475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0" name="Rectangle">
            <a:extLst>
              <a:ext uri="{FF2B5EF4-FFF2-40B4-BE49-F238E27FC236}">
                <a16:creationId xmlns:a16="http://schemas.microsoft.com/office/drawing/2014/main" id="{48742422-6537-1397-FC9C-2281DCB667AA}"/>
              </a:ext>
            </a:extLst>
          </p:cNvPr>
          <p:cNvSpPr/>
          <p:nvPr/>
        </p:nvSpPr>
        <p:spPr>
          <a:xfrm>
            <a:off x="365125"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62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p:nvSpPr>
        <p:spPr>
          <a:xfrm>
            <a:off x="624714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7" name="Text Placeholder 23">
            <a:extLst>
              <a:ext uri="{FF2B5EF4-FFF2-40B4-BE49-F238E27FC236}">
                <a16:creationId xmlns:a16="http://schemas.microsoft.com/office/drawing/2014/main" id="{0E8A22B5-D8FA-AC94-6A88-926A4D268ED8}"/>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8" name="Text Placeholder 23">
            <a:extLst>
              <a:ext uri="{FF2B5EF4-FFF2-40B4-BE49-F238E27FC236}">
                <a16:creationId xmlns:a16="http://schemas.microsoft.com/office/drawing/2014/main" id="{74339A3B-427E-47EB-1B5C-C0731E675121}"/>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15" name="Text Placeholder 23">
            <a:extLst>
              <a:ext uri="{FF2B5EF4-FFF2-40B4-BE49-F238E27FC236}">
                <a16:creationId xmlns:a16="http://schemas.microsoft.com/office/drawing/2014/main" id="{7899FE24-A5C4-23E3-47FE-433C39AE6324}"/>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4191631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hree Content with numbering and Image 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500828-6071-0889-65BB-0FC3655E2D09}"/>
              </a:ext>
            </a:extLst>
          </p:cNvPr>
          <p:cNvSpPr/>
          <p:nvPr/>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6" name="UST" descr="UST">
            <a:extLst>
              <a:ext uri="{FF2B5EF4-FFF2-40B4-BE49-F238E27FC236}">
                <a16:creationId xmlns:a16="http://schemas.microsoft.com/office/drawing/2014/main" id="{63BDAF2E-DD6E-72F0-91D7-FCD33F705716}"/>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13" name="Legal">
            <a:extLst>
              <a:ext uri="{FF2B5EF4-FFF2-40B4-BE49-F238E27FC236}">
                <a16:creationId xmlns:a16="http://schemas.microsoft.com/office/drawing/2014/main" id="{6E56E1E6-6F65-0611-37E8-798096A1F5DC}"/>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2025 UST Global Inc</a:t>
            </a:r>
          </a:p>
        </p:txBody>
      </p:sp>
      <p:sp>
        <p:nvSpPr>
          <p:cNvPr id="16" name="Slide Number Placeholder 10">
            <a:extLst>
              <a:ext uri="{FF2B5EF4-FFF2-40B4-BE49-F238E27FC236}">
                <a16:creationId xmlns:a16="http://schemas.microsoft.com/office/drawing/2014/main" id="{2C462018-605C-661D-7350-F489E2879743}"/>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1828800"/>
            <a:ext cx="2635200" cy="3714750"/>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0" name="Rectangle">
            <a:extLst>
              <a:ext uri="{FF2B5EF4-FFF2-40B4-BE49-F238E27FC236}">
                <a16:creationId xmlns:a16="http://schemas.microsoft.com/office/drawing/2014/main" id="{48742422-6537-1397-FC9C-2281DCB667AA}"/>
              </a:ext>
            </a:extLst>
          </p:cNvPr>
          <p:cNvSpPr/>
          <p:nvPr/>
        </p:nvSpPr>
        <p:spPr>
          <a:xfrm>
            <a:off x="365125"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62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p:nvSpPr>
        <p:spPr>
          <a:xfrm>
            <a:off x="624714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7" name="Text Placeholder 23">
            <a:extLst>
              <a:ext uri="{FF2B5EF4-FFF2-40B4-BE49-F238E27FC236}">
                <a16:creationId xmlns:a16="http://schemas.microsoft.com/office/drawing/2014/main" id="{0E8A22B5-D8FA-AC94-6A88-926A4D268ED8}"/>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8" name="Text Placeholder 23">
            <a:extLst>
              <a:ext uri="{FF2B5EF4-FFF2-40B4-BE49-F238E27FC236}">
                <a16:creationId xmlns:a16="http://schemas.microsoft.com/office/drawing/2014/main" id="{74339A3B-427E-47EB-1B5C-C0731E675121}"/>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15" name="Text Placeholder 23">
            <a:extLst>
              <a:ext uri="{FF2B5EF4-FFF2-40B4-BE49-F238E27FC236}">
                <a16:creationId xmlns:a16="http://schemas.microsoft.com/office/drawing/2014/main" id="{7899FE24-A5C4-23E3-47FE-433C39AE6324}"/>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290681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Content with numbering and Image B">
    <p:bg>
      <p:bgPr>
        <a:solidFill>
          <a:srgbClr val="231F20"/>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8B4A6D51-0ECE-1508-082B-74183E57491A}"/>
              </a:ext>
            </a:extLst>
          </p:cNvPr>
          <p:cNvSpPr>
            <a:spLocks noGrp="1"/>
          </p:cNvSpPr>
          <p:nvPr>
            <p:ph type="pic" sz="quarter" idx="16" hasCustomPrompt="1"/>
          </p:nvPr>
        </p:nvSpPr>
        <p:spPr>
          <a:xfrm>
            <a:off x="9187992" y="1828800"/>
            <a:ext cx="2635200" cy="3714750"/>
          </a:xfrm>
          <a:solidFill>
            <a:schemeClr val="tx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3" name="Rectangle">
            <a:extLst>
              <a:ext uri="{FF2B5EF4-FFF2-40B4-BE49-F238E27FC236}">
                <a16:creationId xmlns:a16="http://schemas.microsoft.com/office/drawing/2014/main" id="{033E8A50-B66E-182E-DF12-37DB1488F935}"/>
              </a:ext>
            </a:extLst>
          </p:cNvPr>
          <p:cNvSpPr/>
          <p:nvPr/>
        </p:nvSpPr>
        <p:spPr>
          <a:xfrm>
            <a:off x="365125"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4" name="Rectangle">
            <a:extLst>
              <a:ext uri="{FF2B5EF4-FFF2-40B4-BE49-F238E27FC236}">
                <a16:creationId xmlns:a16="http://schemas.microsoft.com/office/drawing/2014/main" id="{853A4EE3-F8CD-12D1-1633-8C6E7A7612D9}"/>
              </a:ext>
            </a:extLst>
          </p:cNvPr>
          <p:cNvSpPr/>
          <p:nvPr/>
        </p:nvSpPr>
        <p:spPr>
          <a:xfrm>
            <a:off x="3306292"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5" name="Rectangle">
            <a:extLst>
              <a:ext uri="{FF2B5EF4-FFF2-40B4-BE49-F238E27FC236}">
                <a16:creationId xmlns:a16="http://schemas.microsoft.com/office/drawing/2014/main" id="{0D9A3108-F2E2-EC14-41C0-BA4F107860F8}"/>
              </a:ext>
            </a:extLst>
          </p:cNvPr>
          <p:cNvSpPr/>
          <p:nvPr/>
        </p:nvSpPr>
        <p:spPr>
          <a:xfrm>
            <a:off x="6247142"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6" name="Content Placeholder 2">
            <a:extLst>
              <a:ext uri="{FF2B5EF4-FFF2-40B4-BE49-F238E27FC236}">
                <a16:creationId xmlns:a16="http://schemas.microsoft.com/office/drawing/2014/main" id="{8E900DCB-53B8-B843-155B-6365EA82E65A}"/>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Content Placeholder 3">
            <a:extLst>
              <a:ext uri="{FF2B5EF4-FFF2-40B4-BE49-F238E27FC236}">
                <a16:creationId xmlns:a16="http://schemas.microsoft.com/office/drawing/2014/main" id="{6C32CF81-40DF-6231-15DC-F553CEE5D224}"/>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DC4A2E89-D5BA-E9DA-4410-342939BD046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0" name="Text Placeholder 23">
            <a:extLst>
              <a:ext uri="{FF2B5EF4-FFF2-40B4-BE49-F238E27FC236}">
                <a16:creationId xmlns:a16="http://schemas.microsoft.com/office/drawing/2014/main" id="{2450CC90-F356-A855-4F14-24E0CF0DC9A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1" name="Text Placeholder 23">
            <a:extLst>
              <a:ext uri="{FF2B5EF4-FFF2-40B4-BE49-F238E27FC236}">
                <a16:creationId xmlns:a16="http://schemas.microsoft.com/office/drawing/2014/main" id="{64B5BDE5-182D-FEF7-9B09-BDBC36C5D1F0}"/>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2" name="Text Placeholder 23">
            <a:extLst>
              <a:ext uri="{FF2B5EF4-FFF2-40B4-BE49-F238E27FC236}">
                <a16:creationId xmlns:a16="http://schemas.microsoft.com/office/drawing/2014/main" id="{EA5AB929-D518-8327-70AD-2CC6DB4CCD55}"/>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3" name="Title 1">
            <a:extLst>
              <a:ext uri="{FF2B5EF4-FFF2-40B4-BE49-F238E27FC236}">
                <a16:creationId xmlns:a16="http://schemas.microsoft.com/office/drawing/2014/main" id="{CA4C7341-6A9E-B882-C754-AC87CFCC15C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4" name="Text Placeholder 23">
            <a:extLst>
              <a:ext uri="{FF2B5EF4-FFF2-40B4-BE49-F238E27FC236}">
                <a16:creationId xmlns:a16="http://schemas.microsoft.com/office/drawing/2014/main" id="{D89ABCC6-09D1-44B5-7718-09418D58E74E}"/>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7" name="Text Placeholder 23">
            <a:extLst>
              <a:ext uri="{FF2B5EF4-FFF2-40B4-BE49-F238E27FC236}">
                <a16:creationId xmlns:a16="http://schemas.microsoft.com/office/drawing/2014/main" id="{2CEFAD42-6CC3-30B0-1CEF-B7A24BB50EED}"/>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28" name="Text Placeholder 23">
            <a:extLst>
              <a:ext uri="{FF2B5EF4-FFF2-40B4-BE49-F238E27FC236}">
                <a16:creationId xmlns:a16="http://schemas.microsoft.com/office/drawing/2014/main" id="{7F919A03-3F72-30C4-9950-8C5CC5FBEFE2}"/>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17680448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hree Content Image with Icons">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1508762"/>
            <a:ext cx="3976688" cy="3749038"/>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dirty="0"/>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dirty="0"/>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563798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hree Content Image with Icons 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B4741B-2852-3A02-43CD-15AA8E710A1D}"/>
              </a:ext>
            </a:extLst>
          </p:cNvPr>
          <p:cNvSpPr/>
          <p:nvPr/>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6" name="UST" descr="UST">
            <a:extLst>
              <a:ext uri="{FF2B5EF4-FFF2-40B4-BE49-F238E27FC236}">
                <a16:creationId xmlns:a16="http://schemas.microsoft.com/office/drawing/2014/main" id="{8160C99E-CF9F-1750-1275-9F67A2D3D26E}"/>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7" name="Legal">
            <a:extLst>
              <a:ext uri="{FF2B5EF4-FFF2-40B4-BE49-F238E27FC236}">
                <a16:creationId xmlns:a16="http://schemas.microsoft.com/office/drawing/2014/main" id="{E4D8010C-811E-CCE4-8F0E-C08AA3569EEE}"/>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2025 UST Global Inc</a:t>
            </a:r>
          </a:p>
        </p:txBody>
      </p:sp>
      <p:sp>
        <p:nvSpPr>
          <p:cNvPr id="8" name="Slide Number Placeholder 10">
            <a:extLst>
              <a:ext uri="{FF2B5EF4-FFF2-40B4-BE49-F238E27FC236}">
                <a16:creationId xmlns:a16="http://schemas.microsoft.com/office/drawing/2014/main" id="{865D83B1-9530-C977-4ACB-0613AEF2783F}"/>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1508762"/>
            <a:ext cx="3976688" cy="3749038"/>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dirty="0"/>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dirty="0"/>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3390731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Highlighting cotent with Percentag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544BFA8F-920A-9CDF-6246-2F65467AE3C5}"/>
              </a:ext>
            </a:extLst>
          </p:cNvPr>
          <p:cNvSpPr>
            <a:spLocks noGrp="1"/>
          </p:cNvSpPr>
          <p:nvPr>
            <p:ph type="body" sz="quarter" idx="41" hasCustomPrompt="1"/>
          </p:nvPr>
        </p:nvSpPr>
        <p:spPr>
          <a:xfrm>
            <a:off x="6309358" y="2544763"/>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0"/>
            <a:ext cx="508254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7368538" y="254437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5569516" y="5554277"/>
            <a:ext cx="6252972"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5570220" y="365759"/>
            <a:ext cx="6252972" cy="1485901"/>
          </a:xfrm>
        </p:spPr>
        <p:txBody>
          <a:bodyPr/>
          <a:lstStyle>
            <a:lvl1pPr>
              <a:defRPr>
                <a:latin typeface="Aptos Light" panose="020B0004020202020204" pitchFamily="34" charset="0"/>
              </a:defRPr>
            </a:lvl1pPr>
          </a:lstStyle>
          <a:p>
            <a:r>
              <a:rPr lang="en-US" dirty="0"/>
              <a:t>[Slide title]</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5569517" y="2544377"/>
            <a:ext cx="526483" cy="663643"/>
          </a:xfrm>
        </p:spPr>
        <p:txBody>
          <a:bodyPr>
            <a:normAutofit/>
          </a:bodyPr>
          <a:lstStyle>
            <a:lvl1pPr marL="0" indent="0">
              <a:buFontTx/>
              <a:buNone/>
              <a:defRPr sz="1000"/>
            </a:lvl1pPr>
          </a:lstStyle>
          <a:p>
            <a:r>
              <a:rPr lang="en-US" dirty="0"/>
              <a:t>ICONS</a:t>
            </a:r>
          </a:p>
        </p:txBody>
      </p:sp>
      <p:sp>
        <p:nvSpPr>
          <p:cNvPr id="6" name="Content Placeholder 3">
            <a:extLst>
              <a:ext uri="{FF2B5EF4-FFF2-40B4-BE49-F238E27FC236}">
                <a16:creationId xmlns:a16="http://schemas.microsoft.com/office/drawing/2014/main" id="{060471DA-547D-255F-D494-B5B229AE8414}"/>
              </a:ext>
            </a:extLst>
          </p:cNvPr>
          <p:cNvSpPr>
            <a:spLocks noGrp="1"/>
          </p:cNvSpPr>
          <p:nvPr>
            <p:ph sz="half" idx="35" hasCustomPrompt="1"/>
          </p:nvPr>
        </p:nvSpPr>
        <p:spPr>
          <a:xfrm>
            <a:off x="7368538" y="345115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7" name="Picture Placeholder 15">
            <a:extLst>
              <a:ext uri="{FF2B5EF4-FFF2-40B4-BE49-F238E27FC236}">
                <a16:creationId xmlns:a16="http://schemas.microsoft.com/office/drawing/2014/main" id="{AACBF491-226E-CC82-6473-CE08F7DAA147}"/>
              </a:ext>
            </a:extLst>
          </p:cNvPr>
          <p:cNvSpPr>
            <a:spLocks noGrp="1"/>
          </p:cNvSpPr>
          <p:nvPr>
            <p:ph type="pic" sz="quarter" idx="36" hasCustomPrompt="1"/>
          </p:nvPr>
        </p:nvSpPr>
        <p:spPr>
          <a:xfrm>
            <a:off x="5569517" y="3451157"/>
            <a:ext cx="526483" cy="663643"/>
          </a:xfrm>
        </p:spPr>
        <p:txBody>
          <a:bodyPr>
            <a:normAutofit/>
          </a:bodyPr>
          <a:lstStyle>
            <a:lvl1pPr marL="0" indent="0">
              <a:buFontTx/>
              <a:buNone/>
              <a:defRPr sz="1000"/>
            </a:lvl1pPr>
          </a:lstStyle>
          <a:p>
            <a:r>
              <a:rPr lang="en-US" dirty="0"/>
              <a:t>ICONS</a:t>
            </a:r>
          </a:p>
        </p:txBody>
      </p:sp>
      <p:sp>
        <p:nvSpPr>
          <p:cNvPr id="10" name="Content Placeholder 3">
            <a:extLst>
              <a:ext uri="{FF2B5EF4-FFF2-40B4-BE49-F238E27FC236}">
                <a16:creationId xmlns:a16="http://schemas.microsoft.com/office/drawing/2014/main" id="{90079E21-E643-2B1E-5CB0-AEDFA4373D79}"/>
              </a:ext>
            </a:extLst>
          </p:cNvPr>
          <p:cNvSpPr>
            <a:spLocks noGrp="1"/>
          </p:cNvSpPr>
          <p:nvPr>
            <p:ph sz="half" idx="38" hasCustomPrompt="1"/>
          </p:nvPr>
        </p:nvSpPr>
        <p:spPr>
          <a:xfrm>
            <a:off x="7368538" y="435793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5" name="Picture Placeholder 15">
            <a:extLst>
              <a:ext uri="{FF2B5EF4-FFF2-40B4-BE49-F238E27FC236}">
                <a16:creationId xmlns:a16="http://schemas.microsoft.com/office/drawing/2014/main" id="{39B95005-AC3B-4823-6365-72E4B39E20ED}"/>
              </a:ext>
            </a:extLst>
          </p:cNvPr>
          <p:cNvSpPr>
            <a:spLocks noGrp="1"/>
          </p:cNvSpPr>
          <p:nvPr>
            <p:ph type="pic" sz="quarter" idx="39" hasCustomPrompt="1"/>
          </p:nvPr>
        </p:nvSpPr>
        <p:spPr>
          <a:xfrm>
            <a:off x="5569517" y="4357937"/>
            <a:ext cx="526483" cy="663643"/>
          </a:xfrm>
        </p:spPr>
        <p:txBody>
          <a:bodyPr>
            <a:normAutofit/>
          </a:bodyPr>
          <a:lstStyle>
            <a:lvl1pPr marL="0" indent="0">
              <a:buFontTx/>
              <a:buNone/>
              <a:defRPr sz="1000"/>
            </a:lvl1pPr>
          </a:lstStyle>
          <a:p>
            <a:r>
              <a:rPr lang="en-US" dirty="0"/>
              <a:t>ICONS</a:t>
            </a:r>
          </a:p>
        </p:txBody>
      </p:sp>
      <p:sp>
        <p:nvSpPr>
          <p:cNvPr id="19" name="Text Placeholder 17">
            <a:extLst>
              <a:ext uri="{FF2B5EF4-FFF2-40B4-BE49-F238E27FC236}">
                <a16:creationId xmlns:a16="http://schemas.microsoft.com/office/drawing/2014/main" id="{F115BF04-14DF-5A60-DDCE-86CEFEAD5695}"/>
              </a:ext>
            </a:extLst>
          </p:cNvPr>
          <p:cNvSpPr>
            <a:spLocks noGrp="1"/>
          </p:cNvSpPr>
          <p:nvPr>
            <p:ph type="body" sz="quarter" idx="42" hasCustomPrompt="1"/>
          </p:nvPr>
        </p:nvSpPr>
        <p:spPr>
          <a:xfrm>
            <a:off x="6309358" y="345115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21" name="Text Placeholder 17">
            <a:extLst>
              <a:ext uri="{FF2B5EF4-FFF2-40B4-BE49-F238E27FC236}">
                <a16:creationId xmlns:a16="http://schemas.microsoft.com/office/drawing/2014/main" id="{06B2DAC2-4037-2A6F-A67E-88004A36294A}"/>
              </a:ext>
            </a:extLst>
          </p:cNvPr>
          <p:cNvSpPr>
            <a:spLocks noGrp="1"/>
          </p:cNvSpPr>
          <p:nvPr>
            <p:ph type="body" sz="quarter" idx="43" hasCustomPrompt="1"/>
          </p:nvPr>
        </p:nvSpPr>
        <p:spPr>
          <a:xfrm>
            <a:off x="6309358" y="435793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Tree>
    <p:extLst>
      <p:ext uri="{BB962C8B-B14F-4D97-AF65-F5344CB8AC3E}">
        <p14:creationId xmlns:p14="http://schemas.microsoft.com/office/powerpoint/2010/main" val="2371615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Highlighting cotent with Percentage 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E66016-FB95-B97A-DC2A-E341813F10C9}"/>
              </a:ext>
            </a:extLst>
          </p:cNvPr>
          <p:cNvSpPr/>
          <p:nvPr/>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13" name="Legal">
            <a:extLst>
              <a:ext uri="{FF2B5EF4-FFF2-40B4-BE49-F238E27FC236}">
                <a16:creationId xmlns:a16="http://schemas.microsoft.com/office/drawing/2014/main" id="{035ACE38-FB19-B319-F1ED-10185FFDF487}"/>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2025 UST Global Inc</a:t>
            </a:r>
          </a:p>
        </p:txBody>
      </p:sp>
      <p:sp>
        <p:nvSpPr>
          <p:cNvPr id="14" name="Slide Number Placeholder 10">
            <a:extLst>
              <a:ext uri="{FF2B5EF4-FFF2-40B4-BE49-F238E27FC236}">
                <a16:creationId xmlns:a16="http://schemas.microsoft.com/office/drawing/2014/main" id="{7D262AB0-A4ED-6092-158D-0E37CB201438}"/>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0"/>
            <a:ext cx="508254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5569516" y="5554277"/>
            <a:ext cx="6252972"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5570220" y="365759"/>
            <a:ext cx="6252972" cy="1485901"/>
          </a:xfrm>
        </p:spPr>
        <p:txBody>
          <a:bodyPr/>
          <a:lstStyle>
            <a:lvl1pPr>
              <a:defRPr>
                <a:latin typeface="Aptos Light" panose="020B0004020202020204" pitchFamily="34" charset="0"/>
              </a:defRPr>
            </a:lvl1pPr>
          </a:lstStyle>
          <a:p>
            <a:r>
              <a:rPr lang="en-US" dirty="0"/>
              <a:t>[Slide title]</a:t>
            </a:r>
          </a:p>
        </p:txBody>
      </p:sp>
      <p:sp>
        <p:nvSpPr>
          <p:cNvPr id="27" name="Text Placeholder 17">
            <a:extLst>
              <a:ext uri="{FF2B5EF4-FFF2-40B4-BE49-F238E27FC236}">
                <a16:creationId xmlns:a16="http://schemas.microsoft.com/office/drawing/2014/main" id="{01C2B288-91EB-5DC9-FDB6-DA4B066E027F}"/>
              </a:ext>
            </a:extLst>
          </p:cNvPr>
          <p:cNvSpPr>
            <a:spLocks noGrp="1"/>
          </p:cNvSpPr>
          <p:nvPr>
            <p:ph type="body" sz="quarter" idx="41" hasCustomPrompt="1"/>
          </p:nvPr>
        </p:nvSpPr>
        <p:spPr>
          <a:xfrm>
            <a:off x="6309358" y="2544763"/>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28" name="Content Placeholder 3">
            <a:extLst>
              <a:ext uri="{FF2B5EF4-FFF2-40B4-BE49-F238E27FC236}">
                <a16:creationId xmlns:a16="http://schemas.microsoft.com/office/drawing/2014/main" id="{1C41F1FB-9BFF-D120-AEE5-E46A6EC1C212}"/>
              </a:ext>
            </a:extLst>
          </p:cNvPr>
          <p:cNvSpPr>
            <a:spLocks noGrp="1"/>
          </p:cNvSpPr>
          <p:nvPr>
            <p:ph sz="half" idx="2" hasCustomPrompt="1"/>
          </p:nvPr>
        </p:nvSpPr>
        <p:spPr>
          <a:xfrm>
            <a:off x="7368538" y="254437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29" name="Picture Placeholder 15">
            <a:extLst>
              <a:ext uri="{FF2B5EF4-FFF2-40B4-BE49-F238E27FC236}">
                <a16:creationId xmlns:a16="http://schemas.microsoft.com/office/drawing/2014/main" id="{20168701-32DE-B60C-86CF-A2FA91F1326E}"/>
              </a:ext>
            </a:extLst>
          </p:cNvPr>
          <p:cNvSpPr>
            <a:spLocks noGrp="1"/>
          </p:cNvSpPr>
          <p:nvPr>
            <p:ph type="pic" sz="quarter" idx="33" hasCustomPrompt="1"/>
          </p:nvPr>
        </p:nvSpPr>
        <p:spPr>
          <a:xfrm>
            <a:off x="5569517" y="2544377"/>
            <a:ext cx="526483" cy="663643"/>
          </a:xfrm>
        </p:spPr>
        <p:txBody>
          <a:bodyPr>
            <a:normAutofit/>
          </a:bodyPr>
          <a:lstStyle>
            <a:lvl1pPr marL="0" indent="0">
              <a:buFontTx/>
              <a:buNone/>
              <a:defRPr sz="1000"/>
            </a:lvl1pPr>
          </a:lstStyle>
          <a:p>
            <a:r>
              <a:rPr lang="en-US" dirty="0"/>
              <a:t>ICONS</a:t>
            </a:r>
          </a:p>
        </p:txBody>
      </p:sp>
      <p:sp>
        <p:nvSpPr>
          <p:cNvPr id="30" name="Content Placeholder 3">
            <a:extLst>
              <a:ext uri="{FF2B5EF4-FFF2-40B4-BE49-F238E27FC236}">
                <a16:creationId xmlns:a16="http://schemas.microsoft.com/office/drawing/2014/main" id="{1CA8A6CB-43DF-37E1-7314-DC54A2F259A4}"/>
              </a:ext>
            </a:extLst>
          </p:cNvPr>
          <p:cNvSpPr>
            <a:spLocks noGrp="1"/>
          </p:cNvSpPr>
          <p:nvPr>
            <p:ph sz="half" idx="35" hasCustomPrompt="1"/>
          </p:nvPr>
        </p:nvSpPr>
        <p:spPr>
          <a:xfrm>
            <a:off x="7368538" y="345115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31" name="Picture Placeholder 15">
            <a:extLst>
              <a:ext uri="{FF2B5EF4-FFF2-40B4-BE49-F238E27FC236}">
                <a16:creationId xmlns:a16="http://schemas.microsoft.com/office/drawing/2014/main" id="{605A113E-759E-FB17-82A3-E5A1E796F512}"/>
              </a:ext>
            </a:extLst>
          </p:cNvPr>
          <p:cNvSpPr>
            <a:spLocks noGrp="1"/>
          </p:cNvSpPr>
          <p:nvPr>
            <p:ph type="pic" sz="quarter" idx="36" hasCustomPrompt="1"/>
          </p:nvPr>
        </p:nvSpPr>
        <p:spPr>
          <a:xfrm>
            <a:off x="5569517" y="3451157"/>
            <a:ext cx="526483" cy="663643"/>
          </a:xfrm>
        </p:spPr>
        <p:txBody>
          <a:bodyPr>
            <a:normAutofit/>
          </a:bodyPr>
          <a:lstStyle>
            <a:lvl1pPr marL="0" indent="0">
              <a:buFontTx/>
              <a:buNone/>
              <a:defRPr sz="1000"/>
            </a:lvl1pPr>
          </a:lstStyle>
          <a:p>
            <a:r>
              <a:rPr lang="en-US" dirty="0"/>
              <a:t>ICONS</a:t>
            </a:r>
          </a:p>
        </p:txBody>
      </p:sp>
      <p:sp>
        <p:nvSpPr>
          <p:cNvPr id="32" name="Content Placeholder 3">
            <a:extLst>
              <a:ext uri="{FF2B5EF4-FFF2-40B4-BE49-F238E27FC236}">
                <a16:creationId xmlns:a16="http://schemas.microsoft.com/office/drawing/2014/main" id="{10C6F23D-2BB3-ED49-8B2F-DC26FF3178C9}"/>
              </a:ext>
            </a:extLst>
          </p:cNvPr>
          <p:cNvSpPr>
            <a:spLocks noGrp="1"/>
          </p:cNvSpPr>
          <p:nvPr>
            <p:ph sz="half" idx="38" hasCustomPrompt="1"/>
          </p:nvPr>
        </p:nvSpPr>
        <p:spPr>
          <a:xfrm>
            <a:off x="7368538" y="435793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33" name="Picture Placeholder 15">
            <a:extLst>
              <a:ext uri="{FF2B5EF4-FFF2-40B4-BE49-F238E27FC236}">
                <a16:creationId xmlns:a16="http://schemas.microsoft.com/office/drawing/2014/main" id="{CEF189D7-E401-42D6-4ED4-1DA665ECF28E}"/>
              </a:ext>
            </a:extLst>
          </p:cNvPr>
          <p:cNvSpPr>
            <a:spLocks noGrp="1"/>
          </p:cNvSpPr>
          <p:nvPr>
            <p:ph type="pic" sz="quarter" idx="39" hasCustomPrompt="1"/>
          </p:nvPr>
        </p:nvSpPr>
        <p:spPr>
          <a:xfrm>
            <a:off x="5569517" y="4357937"/>
            <a:ext cx="526483" cy="663643"/>
          </a:xfrm>
        </p:spPr>
        <p:txBody>
          <a:bodyPr>
            <a:normAutofit/>
          </a:bodyPr>
          <a:lstStyle>
            <a:lvl1pPr marL="0" indent="0">
              <a:buFontTx/>
              <a:buNone/>
              <a:defRPr sz="1000"/>
            </a:lvl1pPr>
          </a:lstStyle>
          <a:p>
            <a:r>
              <a:rPr lang="en-US" dirty="0"/>
              <a:t>ICONS</a:t>
            </a:r>
          </a:p>
        </p:txBody>
      </p:sp>
      <p:sp>
        <p:nvSpPr>
          <p:cNvPr id="34" name="Text Placeholder 17">
            <a:extLst>
              <a:ext uri="{FF2B5EF4-FFF2-40B4-BE49-F238E27FC236}">
                <a16:creationId xmlns:a16="http://schemas.microsoft.com/office/drawing/2014/main" id="{7462530E-C734-AD9B-8AA2-1196E4137D55}"/>
              </a:ext>
            </a:extLst>
          </p:cNvPr>
          <p:cNvSpPr>
            <a:spLocks noGrp="1"/>
          </p:cNvSpPr>
          <p:nvPr>
            <p:ph type="body" sz="quarter" idx="42" hasCustomPrompt="1"/>
          </p:nvPr>
        </p:nvSpPr>
        <p:spPr>
          <a:xfrm>
            <a:off x="6309358" y="345115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35" name="Text Placeholder 17">
            <a:extLst>
              <a:ext uri="{FF2B5EF4-FFF2-40B4-BE49-F238E27FC236}">
                <a16:creationId xmlns:a16="http://schemas.microsoft.com/office/drawing/2014/main" id="{140DBDE3-A2A4-3CFB-994A-FDFAB6548538}"/>
              </a:ext>
            </a:extLst>
          </p:cNvPr>
          <p:cNvSpPr>
            <a:spLocks noGrp="1"/>
          </p:cNvSpPr>
          <p:nvPr>
            <p:ph type="body" sz="quarter" idx="43" hasCustomPrompt="1"/>
          </p:nvPr>
        </p:nvSpPr>
        <p:spPr>
          <a:xfrm>
            <a:off x="6309358" y="435793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Tree>
    <p:extLst>
      <p:ext uri="{BB962C8B-B14F-4D97-AF65-F5344CB8AC3E}">
        <p14:creationId xmlns:p14="http://schemas.microsoft.com/office/powerpoint/2010/main" val="1351606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p15:clr>
            <a:srgbClr val="FBAE40"/>
          </p15:clr>
        </p15:guide>
        <p15:guide id="4" pos="5172">
          <p15:clr>
            <a:srgbClr val="FBAE40"/>
          </p15:clr>
        </p15:guide>
        <p15:guide id="5" orient="horz" pos="3832">
          <p15:clr>
            <a:srgbClr val="FBAE40"/>
          </p15:clr>
        </p15:guide>
        <p15:guide id="6" orient="horz" pos="1152">
          <p15:clr>
            <a:srgbClr val="FBAE40"/>
          </p15:clr>
        </p15:guide>
        <p15:guide id="7" orient="horz" pos="414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latin typeface="Aptos Light" panose="020B0004020202020204" pitchFamily="34" charset="0"/>
              </a:defRPr>
            </a:lvl1pPr>
            <a:lvl2pPr marL="182880">
              <a:spcBef>
                <a:spcPts val="1200"/>
              </a:spcBef>
              <a:defRPr>
                <a:solidFill>
                  <a:schemeClr val="bg1"/>
                </a:solidFill>
                <a:latin typeface="Aptos Light" panose="020B0004020202020204" pitchFamily="34" charset="0"/>
              </a:defRPr>
            </a:lvl2pPr>
            <a:lvl3pPr marL="365760">
              <a:defRPr>
                <a:solidFill>
                  <a:schemeClr val="bg1"/>
                </a:solidFill>
                <a:latin typeface="Aptos Light" panose="020B0004020202020204" pitchFamily="34" charset="0"/>
              </a:defRPr>
            </a:lvl3pPr>
            <a:lvl4pPr marL="548640">
              <a:defRPr>
                <a:solidFill>
                  <a:schemeClr val="bg1"/>
                </a:solidFill>
                <a:latin typeface="Aptos Light" panose="020B0004020202020204" pitchFamily="34" charset="0"/>
              </a:defRPr>
            </a:lvl4pPr>
            <a:lvl5pPr marL="731520">
              <a:defRPr>
                <a:solidFill>
                  <a:schemeClr val="bg1"/>
                </a:solidFill>
                <a:latin typeface="Aptos Light" panose="020B0004020202020204" pitchFamily="34" charset="0"/>
              </a:defRPr>
            </a:lvl5pPr>
            <a:lvl6pPr marL="914400">
              <a:defRPr>
                <a:solidFill>
                  <a:schemeClr val="bg1"/>
                </a:solidFill>
                <a:latin typeface="Aptos Light" panose="020B0004020202020204" pitchFamily="34" charset="0"/>
              </a:defRPr>
            </a:lvl6pPr>
            <a:lvl7pPr marL="1097280">
              <a:defRPr>
                <a:solidFill>
                  <a:schemeClr val="bg1"/>
                </a:solidFill>
                <a:latin typeface="Aptos Light" panose="020B0004020202020204" pitchFamily="34" charset="0"/>
              </a:defRPr>
            </a:lvl7pPr>
            <a:lvl8pPr marL="1280160">
              <a:defRPr>
                <a:solidFill>
                  <a:schemeClr val="bg1"/>
                </a:solidFill>
                <a:latin typeface="Aptos Light" panose="020B0004020202020204" pitchFamily="34" charset="0"/>
              </a:defRPr>
            </a:lvl8pPr>
            <a:lvl9pPr marL="1463040">
              <a:defRPr>
                <a:solidFill>
                  <a:schemeClr val="bg1"/>
                </a:solidFill>
                <a:latin typeface="Aptos Light" panose="020B0004020202020204" pitchFamily="34" charset="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dirty="0">
              <a:solidFill>
                <a:schemeClr val="bg1"/>
              </a:solidFill>
              <a:latin typeface="Aptos Light" panose="020B0004020202020204" pitchFamily="34" charset="0"/>
              <a:cs typeface="Trebuchet MS"/>
            </a:endParaRPr>
          </a:p>
        </p:txBody>
      </p:sp>
      <p:sp>
        <p:nvSpPr>
          <p:cNvPr id="2" name="Legal">
            <a:extLst>
              <a:ext uri="{FF2B5EF4-FFF2-40B4-BE49-F238E27FC236}">
                <a16:creationId xmlns:a16="http://schemas.microsoft.com/office/drawing/2014/main" id="{338FF755-3902-38F2-E779-7D1AFA4F6538}"/>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solidFill>
                  <a:schemeClr val="bg1"/>
                </a:solidFill>
                <a:latin typeface="Aptos Light" panose="020B0004020202020204" pitchFamily="34" charset="0"/>
              </a:rPr>
              <a:t>Confidential and Proprietary. © 2025 UST Global Inc</a:t>
            </a:r>
          </a:p>
        </p:txBody>
      </p:sp>
    </p:spTree>
    <p:extLst>
      <p:ext uri="{BB962C8B-B14F-4D97-AF65-F5344CB8AC3E}">
        <p14:creationId xmlns:p14="http://schemas.microsoft.com/office/powerpoint/2010/main" val="308089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tent and Highlighting text with Image">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dirty="0">
              <a:solidFill>
                <a:schemeClr val="bg1"/>
              </a:solidFill>
              <a:latin typeface="Aptos Light" panose="020B0004020202020204" pitchFamily="34" charset="0"/>
              <a:cs typeface="Trebuchet MS"/>
            </a:endParaRPr>
          </a:p>
        </p:txBody>
      </p:sp>
      <p:sp>
        <p:nvSpPr>
          <p:cNvPr id="2" name="Content Placeholder 4">
            <a:extLst>
              <a:ext uri="{FF2B5EF4-FFF2-40B4-BE49-F238E27FC236}">
                <a16:creationId xmlns:a16="http://schemas.microsoft.com/office/drawing/2014/main" id="{FE164CAC-D2C6-A9D8-0C8C-8EA84394A9B9}"/>
              </a:ext>
            </a:extLst>
          </p:cNvPr>
          <p:cNvSpPr>
            <a:spLocks noGrp="1"/>
          </p:cNvSpPr>
          <p:nvPr>
            <p:ph sz="quarter" idx="13" hasCustomPrompt="1"/>
          </p:nvPr>
        </p:nvSpPr>
        <p:spPr>
          <a:xfrm>
            <a:off x="3227744" y="3200400"/>
            <a:ext cx="2563455" cy="288036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5" name="Content Placeholder 4">
            <a:extLst>
              <a:ext uri="{FF2B5EF4-FFF2-40B4-BE49-F238E27FC236}">
                <a16:creationId xmlns:a16="http://schemas.microsoft.com/office/drawing/2014/main" id="{C888F882-678E-90D0-B453-0055E25ADD1D}"/>
              </a:ext>
            </a:extLst>
          </p:cNvPr>
          <p:cNvSpPr>
            <a:spLocks noGrp="1"/>
          </p:cNvSpPr>
          <p:nvPr>
            <p:ph sz="quarter" idx="30" hasCustomPrompt="1"/>
          </p:nvPr>
        </p:nvSpPr>
        <p:spPr>
          <a:xfrm>
            <a:off x="365759" y="3200400"/>
            <a:ext cx="2563455" cy="288036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7" name="Picture Placeholder 15">
            <a:extLst>
              <a:ext uri="{FF2B5EF4-FFF2-40B4-BE49-F238E27FC236}">
                <a16:creationId xmlns:a16="http://schemas.microsoft.com/office/drawing/2014/main" id="{F52DFACB-B21F-AE9F-1707-AC83206F9583}"/>
              </a:ext>
            </a:extLst>
          </p:cNvPr>
          <p:cNvSpPr>
            <a:spLocks noGrp="1"/>
          </p:cNvSpPr>
          <p:nvPr>
            <p:ph type="pic" sz="quarter" idx="34" hasCustomPrompt="1"/>
          </p:nvPr>
        </p:nvSpPr>
        <p:spPr>
          <a:xfrm>
            <a:off x="365760" y="2544377"/>
            <a:ext cx="526483" cy="526483"/>
          </a:xfrm>
        </p:spPr>
        <p:txBody>
          <a:bodyPr>
            <a:normAutofit/>
          </a:bodyPr>
          <a:lstStyle>
            <a:lvl1pPr marL="0" indent="0">
              <a:buFontTx/>
              <a:buNone/>
              <a:defRPr sz="1000"/>
            </a:lvl1pPr>
          </a:lstStyle>
          <a:p>
            <a:r>
              <a:rPr lang="en-US" dirty="0"/>
              <a:t>ICONS</a:t>
            </a:r>
          </a:p>
        </p:txBody>
      </p:sp>
      <p:sp>
        <p:nvSpPr>
          <p:cNvPr id="9" name="Picture Placeholder 15">
            <a:extLst>
              <a:ext uri="{FF2B5EF4-FFF2-40B4-BE49-F238E27FC236}">
                <a16:creationId xmlns:a16="http://schemas.microsoft.com/office/drawing/2014/main" id="{AD94B075-29E9-7181-2F2B-EB86C48A18CC}"/>
              </a:ext>
            </a:extLst>
          </p:cNvPr>
          <p:cNvSpPr>
            <a:spLocks noGrp="1"/>
          </p:cNvSpPr>
          <p:nvPr>
            <p:ph type="pic" sz="quarter" idx="35" hasCustomPrompt="1"/>
          </p:nvPr>
        </p:nvSpPr>
        <p:spPr>
          <a:xfrm>
            <a:off x="3227745" y="2544377"/>
            <a:ext cx="526483" cy="526483"/>
          </a:xfrm>
        </p:spPr>
        <p:txBody>
          <a:bodyPr>
            <a:normAutofit/>
          </a:bodyPr>
          <a:lstStyle>
            <a:lvl1pPr marL="0" indent="0">
              <a:buFontTx/>
              <a:buNone/>
              <a:defRPr sz="1000"/>
            </a:lvl1pPr>
          </a:lstStyle>
          <a:p>
            <a:r>
              <a:rPr lang="en-US" dirty="0"/>
              <a:t>ICONS</a:t>
            </a:r>
          </a:p>
        </p:txBody>
      </p:sp>
      <p:sp>
        <p:nvSpPr>
          <p:cNvPr id="11" name="Content Placeholder 4">
            <a:extLst>
              <a:ext uri="{FF2B5EF4-FFF2-40B4-BE49-F238E27FC236}">
                <a16:creationId xmlns:a16="http://schemas.microsoft.com/office/drawing/2014/main" id="{33FADC4A-CE32-6706-9679-7F1AB2904305}"/>
              </a:ext>
            </a:extLst>
          </p:cNvPr>
          <p:cNvSpPr>
            <a:spLocks noGrp="1"/>
          </p:cNvSpPr>
          <p:nvPr>
            <p:ph sz="quarter" idx="36" hasCustomPrompt="1"/>
          </p:nvPr>
        </p:nvSpPr>
        <p:spPr>
          <a:xfrm>
            <a:off x="9266235" y="3200400"/>
            <a:ext cx="2563455" cy="2880360"/>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2" name="Content Placeholder 4">
            <a:extLst>
              <a:ext uri="{FF2B5EF4-FFF2-40B4-BE49-F238E27FC236}">
                <a16:creationId xmlns:a16="http://schemas.microsoft.com/office/drawing/2014/main" id="{08E7CA7B-E938-9A1B-B2A5-A84FB543BDC7}"/>
              </a:ext>
            </a:extLst>
          </p:cNvPr>
          <p:cNvSpPr>
            <a:spLocks noGrp="1"/>
          </p:cNvSpPr>
          <p:nvPr>
            <p:ph sz="quarter" idx="37" hasCustomPrompt="1"/>
          </p:nvPr>
        </p:nvSpPr>
        <p:spPr>
          <a:xfrm>
            <a:off x="6404250" y="3200400"/>
            <a:ext cx="2563455" cy="2880360"/>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Picture Placeholder 13">
            <a:extLst>
              <a:ext uri="{FF2B5EF4-FFF2-40B4-BE49-F238E27FC236}">
                <a16:creationId xmlns:a16="http://schemas.microsoft.com/office/drawing/2014/main" id="{C7569204-FE1A-C1C7-D942-56923CECA143}"/>
              </a:ext>
            </a:extLst>
          </p:cNvPr>
          <p:cNvSpPr>
            <a:spLocks noGrp="1"/>
          </p:cNvSpPr>
          <p:nvPr>
            <p:ph type="pic" sz="quarter" idx="38"/>
          </p:nvPr>
        </p:nvSpPr>
        <p:spPr>
          <a:xfrm>
            <a:off x="6096000" y="0"/>
            <a:ext cx="6096000" cy="2544763"/>
          </a:xfrm>
          <a:solidFill>
            <a:srgbClr val="D7E0E3"/>
          </a:solidFill>
        </p:spPr>
        <p:txBody>
          <a:bodyPr/>
          <a:lstStyle>
            <a:lvl1pPr marL="0" indent="0">
              <a:buNone/>
              <a:defRPr/>
            </a:lvl1pPr>
          </a:lstStyle>
          <a:p>
            <a:r>
              <a:rPr lang="en-US"/>
              <a:t>Click icon to add picture</a:t>
            </a:r>
            <a:endParaRPr lang="en-US" dirty="0"/>
          </a:p>
        </p:txBody>
      </p:sp>
      <p:sp>
        <p:nvSpPr>
          <p:cNvPr id="3" name="Legal">
            <a:extLst>
              <a:ext uri="{FF2B5EF4-FFF2-40B4-BE49-F238E27FC236}">
                <a16:creationId xmlns:a16="http://schemas.microsoft.com/office/drawing/2014/main" id="{28918D4E-540D-2F89-AC43-B617A2C5E3E4}"/>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solidFill>
                  <a:schemeClr val="bg1"/>
                </a:solidFill>
                <a:latin typeface="Aptos Light" panose="020B0004020202020204" pitchFamily="34" charset="0"/>
              </a:rPr>
              <a:t>Confidential and Proprietary. © 2025 UST Global Inc</a:t>
            </a:r>
          </a:p>
        </p:txBody>
      </p:sp>
    </p:spTree>
    <p:extLst>
      <p:ext uri="{BB962C8B-B14F-4D97-AF65-F5344CB8AC3E}">
        <p14:creationId xmlns:p14="http://schemas.microsoft.com/office/powerpoint/2010/main" val="2083345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Aptos Light" panose="020B0004020202020204" pitchFamily="34" charset="0"/>
              </a:defRPr>
            </a:lvl1pPr>
            <a:lvl2pPr marL="182880">
              <a:spcBef>
                <a:spcPts val="1200"/>
              </a:spcBef>
              <a:defRPr>
                <a:latin typeface="Aptos Light" panose="020B0004020202020204" pitchFamily="34" charset="0"/>
              </a:defRPr>
            </a:lvl2pPr>
            <a:lvl3pPr marL="365760">
              <a:defRPr>
                <a:latin typeface="Aptos Light" panose="020B0004020202020204" pitchFamily="34" charset="0"/>
              </a:defRPr>
            </a:lvl3pPr>
            <a:lvl4pPr marL="548640">
              <a:defRPr>
                <a:latin typeface="Aptos Light" panose="020B0004020202020204" pitchFamily="34" charset="0"/>
              </a:defRPr>
            </a:lvl4pPr>
            <a:lvl5pPr marL="731520">
              <a:defRPr>
                <a:latin typeface="Aptos Light" panose="020B0004020202020204" pitchFamily="34" charset="0"/>
              </a:defRPr>
            </a:lvl5pPr>
            <a:lvl6pPr marL="914400">
              <a:defRPr>
                <a:latin typeface="Aptos Light" panose="020B0004020202020204" pitchFamily="34" charset="0"/>
              </a:defRPr>
            </a:lvl6pPr>
            <a:lvl7pPr marL="1097280">
              <a:defRPr>
                <a:latin typeface="Aptos Light" panose="020B0004020202020204" pitchFamily="34" charset="0"/>
              </a:defRPr>
            </a:lvl7pPr>
            <a:lvl8pPr marL="1280160">
              <a:defRPr>
                <a:latin typeface="Aptos Light" panose="020B0004020202020204" pitchFamily="34" charset="0"/>
              </a:defRPr>
            </a:lvl8pPr>
            <a:lvl9pPr marL="1463040">
              <a:defRPr>
                <a:latin typeface="Aptos Light" panose="020B0004020202020204" pitchFamily="34" charset="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2715955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Aptos Light" panose="020B0004020202020204" pitchFamily="34" charset="0"/>
              </a:defRPr>
            </a:lvl1pPr>
            <a:lvl2pPr marL="182880">
              <a:spcBef>
                <a:spcPts val="1200"/>
              </a:spcBef>
              <a:defRPr>
                <a:latin typeface="Aptos Light" panose="020B0004020202020204" pitchFamily="34" charset="0"/>
              </a:defRPr>
            </a:lvl2pPr>
            <a:lvl3pPr marL="365760">
              <a:defRPr>
                <a:latin typeface="Aptos Light" panose="020B0004020202020204" pitchFamily="34" charset="0"/>
              </a:defRPr>
            </a:lvl3pPr>
            <a:lvl4pPr marL="548640">
              <a:defRPr>
                <a:latin typeface="Aptos Light" panose="020B0004020202020204" pitchFamily="34" charset="0"/>
              </a:defRPr>
            </a:lvl4pPr>
            <a:lvl5pPr marL="731520">
              <a:defRPr>
                <a:latin typeface="Aptos Light" panose="020B0004020202020204" pitchFamily="34" charset="0"/>
              </a:defRPr>
            </a:lvl5pPr>
            <a:lvl6pPr marL="914400">
              <a:defRPr>
                <a:latin typeface="Aptos Light" panose="020B0004020202020204" pitchFamily="34" charset="0"/>
              </a:defRPr>
            </a:lvl6pPr>
            <a:lvl7pPr marL="1097280">
              <a:defRPr>
                <a:latin typeface="Aptos Light" panose="020B0004020202020204" pitchFamily="34" charset="0"/>
              </a:defRPr>
            </a:lvl7pPr>
            <a:lvl8pPr marL="1280160">
              <a:defRPr>
                <a:latin typeface="Aptos Light" panose="020B0004020202020204" pitchFamily="34" charset="0"/>
              </a:defRPr>
            </a:lvl8pPr>
            <a:lvl9pPr marL="1463040">
              <a:defRPr>
                <a:latin typeface="Aptos Light" panose="020B0004020202020204" pitchFamily="34" charset="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30329422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p15:clr>
            <a:srgbClr val="FBAE40"/>
          </p15:clr>
        </p15:guide>
        <p15:guide id="6" pos="3934">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dirty="0">
              <a:latin typeface="Aptos Light" panose="020B00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latin typeface="Aptos Light" panose="020B0004020202020204" pitchFamily="34" charset="0"/>
              </a:defRPr>
            </a:lvl1pPr>
            <a:lvl2pPr marL="0" indent="0" algn="ctr">
              <a:spcBef>
                <a:spcPts val="0"/>
              </a:spcBef>
              <a:buFontTx/>
              <a:buNone/>
              <a:defRPr sz="1400">
                <a:solidFill>
                  <a:schemeClr val="bg1"/>
                </a:solidFill>
                <a:latin typeface="Aptos Light" panose="020B0004020202020204" pitchFamily="34" charset="0"/>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latin typeface="Aptos Light" panose="020B0004020202020204" pitchFamily="34" charset="0"/>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p:txBody>
      </p:sp>
    </p:spTree>
    <p:extLst>
      <p:ext uri="{BB962C8B-B14F-4D97-AF65-F5344CB8AC3E}">
        <p14:creationId xmlns:p14="http://schemas.microsoft.com/office/powerpoint/2010/main" val="14548612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30" name="Rectangle 29">
            <a:extLst>
              <a:ext uri="{FF2B5EF4-FFF2-40B4-BE49-F238E27FC236}">
                <a16:creationId xmlns:a16="http://schemas.microsoft.com/office/drawing/2014/main" id="{17D3E450-F0B4-AE4F-A018-48E5825AD249}"/>
              </a:ext>
            </a:extLst>
          </p:cNvPr>
          <p:cNvSpPr/>
          <p:nvPr/>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31" name="Rectangle 30">
            <a:extLst>
              <a:ext uri="{FF2B5EF4-FFF2-40B4-BE49-F238E27FC236}">
                <a16:creationId xmlns:a16="http://schemas.microsoft.com/office/drawing/2014/main" id="{EB2F3EF2-AD8F-BA42-80FD-6B2B75404CBE}"/>
              </a:ext>
            </a:extLst>
          </p:cNvPr>
          <p:cNvSpPr/>
          <p:nvPr/>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7" name="Rectangle 26">
            <a:extLst>
              <a:ext uri="{FF2B5EF4-FFF2-40B4-BE49-F238E27FC236}">
                <a16:creationId xmlns:a16="http://schemas.microsoft.com/office/drawing/2014/main" id="{A939AD89-F192-FF4C-9FDE-8CDC37E3A118}"/>
              </a:ext>
            </a:extLst>
          </p:cNvPr>
          <p:cNvSpPr/>
          <p:nvPr/>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8" name="Rectangle 27">
            <a:extLst>
              <a:ext uri="{FF2B5EF4-FFF2-40B4-BE49-F238E27FC236}">
                <a16:creationId xmlns:a16="http://schemas.microsoft.com/office/drawing/2014/main" id="{0F78E8BA-7299-5B4B-90EF-16DDCFF61B65}"/>
              </a:ext>
            </a:extLst>
          </p:cNvPr>
          <p:cNvSpPr/>
          <p:nvPr/>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Rectangle 1">
            <a:extLst>
              <a:ext uri="{FF2B5EF4-FFF2-40B4-BE49-F238E27FC236}">
                <a16:creationId xmlns:a16="http://schemas.microsoft.com/office/drawing/2014/main" id="{E39CEA8B-A2F8-3B4B-92B2-F430FA70E5D8}"/>
              </a:ext>
            </a:extLst>
          </p:cNvPr>
          <p:cNvSpPr/>
          <p:nvPr/>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6" name="Shape 254">
            <a:extLst>
              <a:ext uri="{FF2B5EF4-FFF2-40B4-BE49-F238E27FC236}">
                <a16:creationId xmlns:a16="http://schemas.microsoft.com/office/drawing/2014/main" id="{75862DAC-BC9F-534C-9C89-CE60499DB282}"/>
              </a:ext>
            </a:extLst>
          </p:cNvPr>
          <p:cNvSpPr/>
          <p:nvPr/>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dirty="0">
              <a:latin typeface="Aptos Light" panose="020B00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latin typeface="Aptos Light" panose="020B0004020202020204" pitchFamily="34" charset="0"/>
              </a:defRPr>
            </a:lvl1pPr>
            <a:lvl2pPr marL="0" indent="0" algn="ctr">
              <a:spcBef>
                <a:spcPts val="0"/>
              </a:spcBef>
              <a:buFontTx/>
              <a:buNone/>
              <a:defRPr sz="1400">
                <a:solidFill>
                  <a:schemeClr val="bg1"/>
                </a:solidFill>
                <a:latin typeface="Aptos Light" panose="020B0004020202020204" pitchFamily="34" charset="0"/>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latin typeface="Aptos Light" panose="020B0004020202020204" pitchFamily="34" charset="0"/>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p:txBody>
      </p:sp>
    </p:spTree>
    <p:extLst>
      <p:ext uri="{BB962C8B-B14F-4D97-AF65-F5344CB8AC3E}">
        <p14:creationId xmlns:p14="http://schemas.microsoft.com/office/powerpoint/2010/main" val="79179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lack and Sand spli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2" name="Freeform 31">
            <a:extLst>
              <a:ext uri="{FF2B5EF4-FFF2-40B4-BE49-F238E27FC236}">
                <a16:creationId xmlns:a16="http://schemas.microsoft.com/office/drawing/2014/main" id="{136403A3-D4C5-E84F-8B96-DE5D6AE3517C}"/>
              </a:ext>
            </a:extLst>
          </p:cNvPr>
          <p:cNvSpPr/>
          <p:nvPr/>
        </p:nvSpPr>
        <p:spPr>
          <a:xfrm>
            <a:off x="7308866" y="1434775"/>
            <a:ext cx="4409647" cy="4749057"/>
          </a:xfrm>
          <a:custGeom>
            <a:avLst/>
            <a:gdLst>
              <a:gd name="connsiteX0" fmla="*/ 0 w 4409647"/>
              <a:gd name="connsiteY0" fmla="*/ 0 h 4749057"/>
              <a:gd name="connsiteX1" fmla="*/ 3702744 w 4409647"/>
              <a:gd name="connsiteY1" fmla="*/ 0 h 4749057"/>
              <a:gd name="connsiteX2" fmla="*/ 3703129 w 4409647"/>
              <a:gd name="connsiteY2" fmla="*/ 1391 h 4749057"/>
              <a:gd name="connsiteX3" fmla="*/ 4409647 w 4409647"/>
              <a:gd name="connsiteY3" fmla="*/ 1391 h 4749057"/>
              <a:gd name="connsiteX4" fmla="*/ 4409647 w 4409647"/>
              <a:gd name="connsiteY4" fmla="*/ 4749057 h 4749057"/>
              <a:gd name="connsiteX5" fmla="*/ 3599008 w 4409647"/>
              <a:gd name="connsiteY5" fmla="*/ 4749057 h 4749057"/>
              <a:gd name="connsiteX6" fmla="*/ 3599008 w 4409647"/>
              <a:gd name="connsiteY6" fmla="*/ 4749049 h 4749057"/>
              <a:gd name="connsiteX7" fmla="*/ 0 w 4409647"/>
              <a:gd name="connsiteY7" fmla="*/ 4749049 h 4749057"/>
              <a:gd name="connsiteX8" fmla="*/ 657529 w 4409647"/>
              <a:gd name="connsiteY8" fmla="*/ 2374525 h 474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647" h="4749057">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bg2"/>
          </a:solidFill>
          <a:ln>
            <a:noFill/>
          </a:ln>
        </p:spPr>
        <p:style>
          <a:lnRef idx="0">
            <a:schemeClr val="accent1"/>
          </a:lnRef>
          <a:fillRef idx="1">
            <a:schemeClr val="accent1"/>
          </a:fillRef>
          <a:effectRef idx="0">
            <a:srgbClr val="000000"/>
          </a:effectRef>
          <a:fontRef idx="minor">
            <a:schemeClr val="bg1"/>
          </a:fontRef>
        </p:style>
        <p:txBody>
          <a:bodyPr wrap="square" rtlCol="0" anchor="ctr">
            <a:noAutofit/>
          </a:bodyPr>
          <a:lstStyle/>
          <a:p>
            <a:pPr algn="ctr">
              <a:lnSpc>
                <a:spcPct val="100000"/>
              </a:lnSpc>
            </a:pPr>
            <a:endParaRPr lang="en-US" sz="1800" dirty="0">
              <a:latin typeface="Aptos Light" panose="020B0004020202020204" pitchFamily="34" charset="0"/>
            </a:endParaRPr>
          </a:p>
        </p:txBody>
      </p:sp>
      <p:sp>
        <p:nvSpPr>
          <p:cNvPr id="33" name="Pentagon 32">
            <a:extLst>
              <a:ext uri="{FF2B5EF4-FFF2-40B4-BE49-F238E27FC236}">
                <a16:creationId xmlns:a16="http://schemas.microsoft.com/office/drawing/2014/main" id="{754B9373-6DD7-4342-A7CF-94901BAE2421}"/>
              </a:ext>
            </a:extLst>
          </p:cNvPr>
          <p:cNvSpPr/>
          <p:nvPr/>
        </p:nvSpPr>
        <p:spPr>
          <a:xfrm>
            <a:off x="365760" y="1434775"/>
            <a:ext cx="8138024" cy="4749049"/>
          </a:xfrm>
          <a:prstGeom prst="homePlate">
            <a:avLst>
              <a:gd name="adj" fmla="val 14796"/>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34" name="Content Placeholder 3">
            <a:extLst>
              <a:ext uri="{FF2B5EF4-FFF2-40B4-BE49-F238E27FC236}">
                <a16:creationId xmlns:a16="http://schemas.microsoft.com/office/drawing/2014/main" id="{F1FA6CEB-34D4-A847-BF61-190089B39F92}"/>
              </a:ext>
            </a:extLst>
          </p:cNvPr>
          <p:cNvSpPr>
            <a:spLocks noGrp="1"/>
          </p:cNvSpPr>
          <p:nvPr>
            <p:ph sz="quarter" idx="14"/>
          </p:nvPr>
        </p:nvSpPr>
        <p:spPr>
          <a:xfrm>
            <a:off x="8794412" y="2057400"/>
            <a:ext cx="2633472" cy="3740255"/>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CB09CFE8-20C6-F140-A80A-4DC505D8D0F1}"/>
              </a:ext>
            </a:extLst>
          </p:cNvPr>
          <p:cNvSpPr>
            <a:spLocks noGrp="1"/>
          </p:cNvSpPr>
          <p:nvPr>
            <p:ph sz="half" idx="1"/>
          </p:nvPr>
        </p:nvSpPr>
        <p:spPr>
          <a:xfrm>
            <a:off x="849854" y="2002895"/>
            <a:ext cx="5425440" cy="3794760"/>
          </a:xfrm>
        </p:spPr>
        <p:txBody>
          <a:bodyPr/>
          <a:lstStyle>
            <a:lvl1pPr>
              <a:defRPr>
                <a:solidFill>
                  <a:schemeClr val="bg1"/>
                </a:solidFill>
                <a:latin typeface="Aptos Light" panose="020B0004020202020204" pitchFamily="34" charset="0"/>
              </a:defRPr>
            </a:lvl1pPr>
            <a:lvl2pPr>
              <a:defRPr>
                <a:solidFill>
                  <a:schemeClr val="bg1"/>
                </a:solidFill>
                <a:latin typeface="Aptos Light" panose="020B0004020202020204" pitchFamily="34" charset="0"/>
              </a:defRPr>
            </a:lvl2pPr>
            <a:lvl3pPr>
              <a:defRPr>
                <a:solidFill>
                  <a:schemeClr val="bg1"/>
                </a:solidFill>
                <a:latin typeface="Aptos Light" panose="020B0004020202020204" pitchFamily="34" charset="0"/>
              </a:defRPr>
            </a:lvl3pPr>
            <a:lvl4pPr>
              <a:defRPr>
                <a:solidFill>
                  <a:schemeClr val="bg1"/>
                </a:solidFill>
                <a:latin typeface="Aptos Light" panose="020B0004020202020204" pitchFamily="34" charset="0"/>
              </a:defRPr>
            </a:lvl4pPr>
            <a:lvl5pPr>
              <a:defRPr>
                <a:solidFill>
                  <a:schemeClr val="bg1"/>
                </a:solidFill>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78852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a:solidFill>
                  <a:schemeClr val="bg1"/>
                </a:solidFill>
                <a:latin typeface="Aptos Light" panose="020B0004020202020204" pitchFamily="34" charset="0"/>
              </a:defRPr>
            </a:lvl2pPr>
            <a:lvl3pPr marL="365760">
              <a:defRPr>
                <a:solidFill>
                  <a:schemeClr val="bg1"/>
                </a:solidFill>
                <a:latin typeface="Aptos Light" panose="020B0004020202020204" pitchFamily="34" charset="0"/>
              </a:defRPr>
            </a:lvl3pPr>
            <a:lvl4pPr marL="548640">
              <a:defRPr>
                <a:solidFill>
                  <a:schemeClr val="bg1"/>
                </a:solidFill>
                <a:latin typeface="Aptos Light" panose="020B0004020202020204" pitchFamily="34" charset="0"/>
              </a:defRPr>
            </a:lvl4pPr>
            <a:lvl5pPr marL="731520">
              <a:defRPr>
                <a:solidFill>
                  <a:schemeClr val="bg1"/>
                </a:solidFill>
                <a:latin typeface="Aptos Light" panose="020B0004020202020204" pitchFamily="34" charset="0"/>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dirty="0"/>
              <a:t>[Statement]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427783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dirty="0"/>
              <a:t>[Statement]</a:t>
            </a:r>
          </a:p>
        </p:txBody>
      </p:sp>
    </p:spTree>
    <p:extLst>
      <p:ext uri="{BB962C8B-B14F-4D97-AF65-F5344CB8AC3E}">
        <p14:creationId xmlns:p14="http://schemas.microsoft.com/office/powerpoint/2010/main" val="194663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Layout for Next step: Six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20" idx="0"/>
          </p:cNvCxnSpPr>
          <p:nvPr/>
        </p:nvCxnSpPr>
        <p:spPr>
          <a:xfrm>
            <a:off x="5960745" y="782139"/>
            <a:ext cx="0" cy="3583418"/>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828800"/>
            <a:ext cx="5184775" cy="3200400"/>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2" name="Text Placeholder 17">
            <a:extLst>
              <a:ext uri="{FF2B5EF4-FFF2-40B4-BE49-F238E27FC236}">
                <a16:creationId xmlns:a16="http://schemas.microsoft.com/office/drawing/2014/main" id="{475F19E3-F39C-5F0E-0007-39B3862E405C}"/>
              </a:ext>
            </a:extLst>
          </p:cNvPr>
          <p:cNvSpPr>
            <a:spLocks noGrp="1"/>
          </p:cNvSpPr>
          <p:nvPr>
            <p:ph type="body" sz="quarter" idx="41" hasCustomPrompt="1"/>
          </p:nvPr>
        </p:nvSpPr>
        <p:spPr>
          <a:xfrm>
            <a:off x="5673089" y="1166028"/>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02</a:t>
            </a:r>
          </a:p>
        </p:txBody>
      </p:sp>
      <p:sp>
        <p:nvSpPr>
          <p:cNvPr id="3" name="Content Placeholder 3">
            <a:extLst>
              <a:ext uri="{FF2B5EF4-FFF2-40B4-BE49-F238E27FC236}">
                <a16:creationId xmlns:a16="http://schemas.microsoft.com/office/drawing/2014/main" id="{54D1037B-0C6F-45E8-C46C-92D44BBB6B5B}"/>
              </a:ext>
            </a:extLst>
          </p:cNvPr>
          <p:cNvSpPr>
            <a:spLocks noGrp="1"/>
          </p:cNvSpPr>
          <p:nvPr>
            <p:ph sz="half" idx="2" hasCustomPrompt="1"/>
          </p:nvPr>
        </p:nvSpPr>
        <p:spPr>
          <a:xfrm>
            <a:off x="6429375" y="1165719"/>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5314598"/>
            <a:ext cx="11457114"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1965678"/>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9" name="Content Placeholder 3">
            <a:extLst>
              <a:ext uri="{FF2B5EF4-FFF2-40B4-BE49-F238E27FC236}">
                <a16:creationId xmlns:a16="http://schemas.microsoft.com/office/drawing/2014/main" id="{D0845AFD-7AF0-6C7D-D843-F7A2BDC5D073}"/>
              </a:ext>
            </a:extLst>
          </p:cNvPr>
          <p:cNvSpPr>
            <a:spLocks noGrp="1"/>
          </p:cNvSpPr>
          <p:nvPr>
            <p:ph sz="half" idx="38" hasCustomPrompt="1"/>
          </p:nvPr>
        </p:nvSpPr>
        <p:spPr>
          <a:xfrm>
            <a:off x="6429375" y="2765637"/>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1965910"/>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03</a:t>
            </a:r>
          </a:p>
        </p:txBody>
      </p:sp>
      <p:sp>
        <p:nvSpPr>
          <p:cNvPr id="13" name="Text Placeholder 17">
            <a:extLst>
              <a:ext uri="{FF2B5EF4-FFF2-40B4-BE49-F238E27FC236}">
                <a16:creationId xmlns:a16="http://schemas.microsoft.com/office/drawing/2014/main" id="{39E8A2D6-B388-0B5D-BCD1-EE5D12DF60DB}"/>
              </a:ext>
            </a:extLst>
          </p:cNvPr>
          <p:cNvSpPr>
            <a:spLocks noGrp="1"/>
          </p:cNvSpPr>
          <p:nvPr>
            <p:ph type="body" sz="quarter" idx="43" hasCustomPrompt="1"/>
          </p:nvPr>
        </p:nvSpPr>
        <p:spPr>
          <a:xfrm>
            <a:off x="5673089" y="2765792"/>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04</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01</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60"/>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7" name="Content Placeholder 3">
            <a:extLst>
              <a:ext uri="{FF2B5EF4-FFF2-40B4-BE49-F238E27FC236}">
                <a16:creationId xmlns:a16="http://schemas.microsoft.com/office/drawing/2014/main" id="{054881AE-2DE4-A21B-1312-2AA4A1CEADC0}"/>
              </a:ext>
            </a:extLst>
          </p:cNvPr>
          <p:cNvSpPr>
            <a:spLocks noGrp="1"/>
          </p:cNvSpPr>
          <p:nvPr>
            <p:ph sz="half" idx="46" hasCustomPrompt="1"/>
          </p:nvPr>
        </p:nvSpPr>
        <p:spPr>
          <a:xfrm>
            <a:off x="6429375" y="3565596"/>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8" name="Content Placeholder 3">
            <a:extLst>
              <a:ext uri="{FF2B5EF4-FFF2-40B4-BE49-F238E27FC236}">
                <a16:creationId xmlns:a16="http://schemas.microsoft.com/office/drawing/2014/main" id="{1A441F86-1250-61F6-319F-A3B02590623A}"/>
              </a:ext>
            </a:extLst>
          </p:cNvPr>
          <p:cNvSpPr>
            <a:spLocks noGrp="1"/>
          </p:cNvSpPr>
          <p:nvPr>
            <p:ph sz="half" idx="47" hasCustomPrompt="1"/>
          </p:nvPr>
        </p:nvSpPr>
        <p:spPr>
          <a:xfrm>
            <a:off x="6429375" y="4365557"/>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9" name="Text Placeholder 17">
            <a:extLst>
              <a:ext uri="{FF2B5EF4-FFF2-40B4-BE49-F238E27FC236}">
                <a16:creationId xmlns:a16="http://schemas.microsoft.com/office/drawing/2014/main" id="{4E380EE4-C5FB-E217-9413-876551E70DB8}"/>
              </a:ext>
            </a:extLst>
          </p:cNvPr>
          <p:cNvSpPr>
            <a:spLocks noGrp="1"/>
          </p:cNvSpPr>
          <p:nvPr>
            <p:ph type="body" sz="quarter" idx="48" hasCustomPrompt="1"/>
          </p:nvPr>
        </p:nvSpPr>
        <p:spPr>
          <a:xfrm>
            <a:off x="5673089" y="3565674"/>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05</a:t>
            </a:r>
          </a:p>
        </p:txBody>
      </p:sp>
      <p:sp>
        <p:nvSpPr>
          <p:cNvPr id="20" name="Text Placeholder 17">
            <a:extLst>
              <a:ext uri="{FF2B5EF4-FFF2-40B4-BE49-F238E27FC236}">
                <a16:creationId xmlns:a16="http://schemas.microsoft.com/office/drawing/2014/main" id="{CB14684E-CBFF-7E53-C65C-3A3D09C6062C}"/>
              </a:ext>
            </a:extLst>
          </p:cNvPr>
          <p:cNvSpPr>
            <a:spLocks noGrp="1"/>
          </p:cNvSpPr>
          <p:nvPr>
            <p:ph type="body" sz="quarter" idx="49" hasCustomPrompt="1"/>
          </p:nvPr>
        </p:nvSpPr>
        <p:spPr>
          <a:xfrm>
            <a:off x="5673089" y="4365557"/>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06</a:t>
            </a:r>
          </a:p>
        </p:txBody>
      </p:sp>
    </p:spTree>
    <p:extLst>
      <p:ext uri="{BB962C8B-B14F-4D97-AF65-F5344CB8AC3E}">
        <p14:creationId xmlns:p14="http://schemas.microsoft.com/office/powerpoint/2010/main" val="4187558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Layout for Next step: Three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19" idx="0"/>
          </p:cNvCxnSpPr>
          <p:nvPr/>
        </p:nvCxnSpPr>
        <p:spPr>
          <a:xfrm>
            <a:off x="5960745" y="782139"/>
            <a:ext cx="0" cy="2783535"/>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828800"/>
            <a:ext cx="5184775" cy="3200400"/>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5314598"/>
            <a:ext cx="11457114"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1965678"/>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1965910"/>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02</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01</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60"/>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7" name="Content Placeholder 3">
            <a:extLst>
              <a:ext uri="{FF2B5EF4-FFF2-40B4-BE49-F238E27FC236}">
                <a16:creationId xmlns:a16="http://schemas.microsoft.com/office/drawing/2014/main" id="{054881AE-2DE4-A21B-1312-2AA4A1CEADC0}"/>
              </a:ext>
            </a:extLst>
          </p:cNvPr>
          <p:cNvSpPr>
            <a:spLocks noGrp="1"/>
          </p:cNvSpPr>
          <p:nvPr>
            <p:ph sz="half" idx="46" hasCustomPrompt="1"/>
          </p:nvPr>
        </p:nvSpPr>
        <p:spPr>
          <a:xfrm>
            <a:off x="6429375" y="3565596"/>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9" name="Text Placeholder 17">
            <a:extLst>
              <a:ext uri="{FF2B5EF4-FFF2-40B4-BE49-F238E27FC236}">
                <a16:creationId xmlns:a16="http://schemas.microsoft.com/office/drawing/2014/main" id="{4E380EE4-C5FB-E217-9413-876551E70DB8}"/>
              </a:ext>
            </a:extLst>
          </p:cNvPr>
          <p:cNvSpPr>
            <a:spLocks noGrp="1"/>
          </p:cNvSpPr>
          <p:nvPr>
            <p:ph type="body" sz="quarter" idx="48" hasCustomPrompt="1"/>
          </p:nvPr>
        </p:nvSpPr>
        <p:spPr>
          <a:xfrm>
            <a:off x="5673089" y="3565674"/>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03</a:t>
            </a:r>
          </a:p>
        </p:txBody>
      </p:sp>
    </p:spTree>
    <p:extLst>
      <p:ext uri="{BB962C8B-B14F-4D97-AF65-F5344CB8AC3E}">
        <p14:creationId xmlns:p14="http://schemas.microsoft.com/office/powerpoint/2010/main" val="94915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199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42287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Photo and Sidebar with teal box">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6096000" y="0"/>
            <a:ext cx="6096000"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985D88AB-63E1-E741-A6EB-DF5CD5CA5685}"/>
              </a:ext>
            </a:extLst>
          </p:cNvPr>
          <p:cNvSpPr/>
          <p:nvPr/>
        </p:nvSpPr>
        <p:spPr>
          <a:xfrm>
            <a:off x="5324255" y="4399722"/>
            <a:ext cx="2994991" cy="219986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4" name="Text Placeholder 3">
            <a:extLst>
              <a:ext uri="{FF2B5EF4-FFF2-40B4-BE49-F238E27FC236}">
                <a16:creationId xmlns:a16="http://schemas.microsoft.com/office/drawing/2014/main" id="{F6A996E6-60D4-A74E-B117-BF0A00752627}"/>
              </a:ext>
            </a:extLst>
          </p:cNvPr>
          <p:cNvSpPr>
            <a:spLocks noGrp="1"/>
          </p:cNvSpPr>
          <p:nvPr>
            <p:ph type="body" sz="quarter" idx="17"/>
          </p:nvPr>
        </p:nvSpPr>
        <p:spPr>
          <a:xfrm>
            <a:off x="5616011" y="5499652"/>
            <a:ext cx="2490787" cy="848761"/>
          </a:xfrm>
        </p:spPr>
        <p:txBody>
          <a:bodyPr anchor="ctr" anchorCtr="0">
            <a:normAutofit/>
          </a:bodyPr>
          <a:lstStyle>
            <a:lvl1pPr marL="0" indent="0" algn="ctr">
              <a:buNone/>
              <a:defRPr sz="1600">
                <a:solidFill>
                  <a:schemeClr val="bg1"/>
                </a:solidFill>
                <a:latin typeface="Aptos Light" panose="020B0004020202020204" pitchFamily="34" charset="0"/>
              </a:defRPr>
            </a:lvl1pPr>
            <a:lvl2pPr marL="182880" indent="0">
              <a:buNone/>
              <a:defRPr>
                <a:solidFill>
                  <a:schemeClr val="bg1"/>
                </a:solidFill>
              </a:defRPr>
            </a:lvl2pPr>
            <a:lvl3pPr marL="365760" indent="0">
              <a:buNone/>
              <a:defRPr>
                <a:solidFill>
                  <a:schemeClr val="bg1"/>
                </a:solidFill>
              </a:defRPr>
            </a:lvl3pPr>
            <a:lvl4pPr marL="548640" indent="0">
              <a:buNone/>
              <a:defRPr>
                <a:solidFill>
                  <a:schemeClr val="bg1"/>
                </a:solidFill>
              </a:defRPr>
            </a:lvl4pPr>
            <a:lvl5pPr marL="731520" indent="0">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005625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8729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lvl1pPr>
              <a:defRPr>
                <a:latin typeface="Aptos Light" panose="020B000402020202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142738" y="2492528"/>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254249" y="2492528"/>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37322" y="2492528"/>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65760" y="2492528"/>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9467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600200"/>
            <a:ext cx="4572000" cy="1828800"/>
          </a:xfrm>
          <a:solidFill>
            <a:schemeClr val="accent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600200"/>
            <a:ext cx="4572000" cy="1828800"/>
          </a:xfrm>
          <a:solidFill>
            <a:schemeClr val="tx2"/>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3749041"/>
            <a:ext cx="4572000" cy="1828800"/>
          </a:xfrm>
          <a:solidFill>
            <a:schemeClr val="accent2"/>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3749041"/>
            <a:ext cx="4572000" cy="1828800"/>
          </a:xfrm>
          <a:solidFill>
            <a:schemeClr val="accent3"/>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418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7"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7"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21ED8479-B827-0543-818F-C205C61745F5}"/>
              </a:ext>
            </a:extLst>
          </p:cNvPr>
          <p:cNvSpPr/>
          <p:nvPr/>
        </p:nvSpPr>
        <p:spPr>
          <a:xfrm>
            <a:off x="1376857"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Rectangle 7">
            <a:extLst>
              <a:ext uri="{FF2B5EF4-FFF2-40B4-BE49-F238E27FC236}">
                <a16:creationId xmlns:a16="http://schemas.microsoft.com/office/drawing/2014/main" id="{DBF87AB8-C489-3145-A597-EBA19BBB89B8}"/>
              </a:ext>
            </a:extLst>
          </p:cNvPr>
          <p:cNvSpPr/>
          <p:nvPr/>
        </p:nvSpPr>
        <p:spPr>
          <a:xfrm>
            <a:off x="1376857"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9" name="Rectangle 8">
            <a:extLst>
              <a:ext uri="{FF2B5EF4-FFF2-40B4-BE49-F238E27FC236}">
                <a16:creationId xmlns:a16="http://schemas.microsoft.com/office/drawing/2014/main" id="{3B4BED1D-79F4-C94A-ADF6-531074C9CC03}"/>
              </a:ext>
            </a:extLst>
          </p:cNvPr>
          <p:cNvSpPr/>
          <p:nvPr/>
        </p:nvSpPr>
        <p:spPr>
          <a:xfrm>
            <a:off x="6230848"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11" name="Rectangle 10">
            <a:extLst>
              <a:ext uri="{FF2B5EF4-FFF2-40B4-BE49-F238E27FC236}">
                <a16:creationId xmlns:a16="http://schemas.microsoft.com/office/drawing/2014/main" id="{F7F839C8-5EEC-2744-92E7-CB78AEAB0B57}"/>
              </a:ext>
            </a:extLst>
          </p:cNvPr>
          <p:cNvSpPr/>
          <p:nvPr/>
        </p:nvSpPr>
        <p:spPr>
          <a:xfrm>
            <a:off x="6230848"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12" name="Text Placeholder 11">
            <a:extLst>
              <a:ext uri="{FF2B5EF4-FFF2-40B4-BE49-F238E27FC236}">
                <a16:creationId xmlns:a16="http://schemas.microsoft.com/office/drawing/2014/main" id="{3543EF2C-0E96-534C-9A2E-EA9740AB0AA3}"/>
              </a:ext>
            </a:extLst>
          </p:cNvPr>
          <p:cNvSpPr>
            <a:spLocks noGrp="1"/>
          </p:cNvSpPr>
          <p:nvPr>
            <p:ph type="body" sz="quarter" idx="15" hasCustomPrompt="1"/>
          </p:nvPr>
        </p:nvSpPr>
        <p:spPr>
          <a:xfrm>
            <a:off x="1376857"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
        <p:nvSpPr>
          <p:cNvPr id="13" name="Text Placeholder 11">
            <a:extLst>
              <a:ext uri="{FF2B5EF4-FFF2-40B4-BE49-F238E27FC236}">
                <a16:creationId xmlns:a16="http://schemas.microsoft.com/office/drawing/2014/main" id="{62A56C94-5ABB-0544-9381-F6B187E2CAE0}"/>
              </a:ext>
            </a:extLst>
          </p:cNvPr>
          <p:cNvSpPr>
            <a:spLocks noGrp="1"/>
          </p:cNvSpPr>
          <p:nvPr>
            <p:ph type="body" sz="quarter" idx="16" hasCustomPrompt="1"/>
          </p:nvPr>
        </p:nvSpPr>
        <p:spPr>
          <a:xfrm>
            <a:off x="6230848"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
        <p:nvSpPr>
          <p:cNvPr id="14" name="Text Placeholder 11">
            <a:extLst>
              <a:ext uri="{FF2B5EF4-FFF2-40B4-BE49-F238E27FC236}">
                <a16:creationId xmlns:a16="http://schemas.microsoft.com/office/drawing/2014/main" id="{20C83C36-F998-ED4D-9BF2-56A68F22134E}"/>
              </a:ext>
            </a:extLst>
          </p:cNvPr>
          <p:cNvSpPr>
            <a:spLocks noGrp="1"/>
          </p:cNvSpPr>
          <p:nvPr>
            <p:ph type="body" sz="quarter" idx="17" hasCustomPrompt="1"/>
          </p:nvPr>
        </p:nvSpPr>
        <p:spPr>
          <a:xfrm>
            <a:off x="6230848"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
        <p:nvSpPr>
          <p:cNvPr id="15" name="Text Placeholder 11">
            <a:extLst>
              <a:ext uri="{FF2B5EF4-FFF2-40B4-BE49-F238E27FC236}">
                <a16:creationId xmlns:a16="http://schemas.microsoft.com/office/drawing/2014/main" id="{C001CF52-94D1-C741-BCC2-8936AECB169A}"/>
              </a:ext>
            </a:extLst>
          </p:cNvPr>
          <p:cNvSpPr>
            <a:spLocks noGrp="1"/>
          </p:cNvSpPr>
          <p:nvPr>
            <p:ph type="body" sz="quarter" idx="18" hasCustomPrompt="1"/>
          </p:nvPr>
        </p:nvSpPr>
        <p:spPr>
          <a:xfrm>
            <a:off x="1376857"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Tree>
    <p:extLst>
      <p:ext uri="{BB962C8B-B14F-4D97-AF65-F5344CB8AC3E}">
        <p14:creationId xmlns:p14="http://schemas.microsoft.com/office/powerpoint/2010/main" val="690041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ext Cluster 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dirty="0"/>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2302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1" y="365760"/>
            <a:ext cx="3817619" cy="1120140"/>
          </a:xfrm>
        </p:spPr>
        <p:txBody>
          <a:bodyPr/>
          <a:lstStyle>
            <a:lvl1pPr>
              <a:defRPr>
                <a:latin typeface="Aptos Light" panose="020B0004020202020204" pitchFamily="34" charset="0"/>
              </a:defRPr>
            </a:lvl1pPr>
          </a:lstStyle>
          <a:p>
            <a:r>
              <a:rPr lang="en-US" dirty="0"/>
              <a:t>[Slide title]</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809245" y="3017521"/>
            <a:ext cx="3374135" cy="3063240"/>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411980" y="4114800"/>
            <a:ext cx="7780020" cy="196596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a:extLst>
              <a:ext uri="{FF2B5EF4-FFF2-40B4-BE49-F238E27FC236}">
                <a16:creationId xmlns:a16="http://schemas.microsoft.com/office/drawing/2014/main" id="{3A51F650-E379-3E45-B320-89D0A550D566}"/>
              </a:ext>
            </a:extLst>
          </p:cNvPr>
          <p:cNvSpPr>
            <a:spLocks noGrp="1"/>
          </p:cNvSpPr>
          <p:nvPr>
            <p:ph type="body" sz="quarter" idx="13"/>
          </p:nvPr>
        </p:nvSpPr>
        <p:spPr>
          <a:xfrm>
            <a:off x="4411980" y="1280160"/>
            <a:ext cx="2331720" cy="2629217"/>
          </a:xfrm>
          <a:solidFill>
            <a:schemeClr val="tx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2">
            <a:extLst>
              <a:ext uri="{FF2B5EF4-FFF2-40B4-BE49-F238E27FC236}">
                <a16:creationId xmlns:a16="http://schemas.microsoft.com/office/drawing/2014/main" id="{06C11E3F-0D9E-0A4A-B201-335DD1847B8B}"/>
              </a:ext>
            </a:extLst>
          </p:cNvPr>
          <p:cNvSpPr>
            <a:spLocks noGrp="1"/>
          </p:cNvSpPr>
          <p:nvPr>
            <p:ph type="pic" sz="quarter" idx="16" hasCustomPrompt="1"/>
          </p:nvPr>
        </p:nvSpPr>
        <p:spPr>
          <a:xfrm>
            <a:off x="6743700" y="0"/>
            <a:ext cx="5448300" cy="41148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1759205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1_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921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1_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4890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1_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621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atin typeface="Aptos Light" panose="020B0004020202020204" pitchFamily="34" charset="0"/>
              </a:defRPr>
            </a:lvl1pPr>
            <a:lvl2pPr>
              <a:defRPr sz="1800">
                <a:latin typeface="Aptos Light" panose="020B0004020202020204" pitchFamily="34" charset="0"/>
              </a:defRPr>
            </a:lvl2pPr>
            <a:lvl3pPr>
              <a:defRPr sz="1800">
                <a:latin typeface="Aptos Light" panose="020B0004020202020204" pitchFamily="34" charset="0"/>
              </a:defRPr>
            </a:lvl3pPr>
            <a:lvl4pPr>
              <a:defRPr sz="1800">
                <a:latin typeface="Aptos Light" panose="020B0004020202020204" pitchFamily="34" charset="0"/>
              </a:defRPr>
            </a:lvl4pPr>
            <a:lvl5pPr>
              <a:defRPr sz="1800">
                <a:latin typeface="Aptos Light" panose="020B00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3588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latin typeface="Aptos Light" panose="020B0004020202020204" pitchFamily="34" charset="0"/>
              </a:defRPr>
            </a:lvl1pPr>
            <a:lvl2pPr>
              <a:defRPr sz="1800">
                <a:solidFill>
                  <a:schemeClr val="bg1"/>
                </a:solidFill>
                <a:latin typeface="Aptos Light" panose="020B0004020202020204" pitchFamily="34" charset="0"/>
              </a:defRPr>
            </a:lvl2pPr>
            <a:lvl3pPr>
              <a:defRPr sz="1800">
                <a:solidFill>
                  <a:schemeClr val="bg1"/>
                </a:solidFill>
                <a:latin typeface="Aptos Light" panose="020B0004020202020204" pitchFamily="34" charset="0"/>
              </a:defRPr>
            </a:lvl3pPr>
            <a:lvl4pPr>
              <a:defRPr sz="1800">
                <a:solidFill>
                  <a:schemeClr val="bg1"/>
                </a:solidFill>
                <a:latin typeface="Aptos Light" panose="020B0004020202020204" pitchFamily="34" charset="0"/>
              </a:defRPr>
            </a:lvl4pPr>
            <a:lvl5pPr>
              <a:defRPr sz="1800">
                <a:solidFill>
                  <a:schemeClr val="bg1"/>
                </a:solidFill>
                <a:latin typeface="Aptos Light" panose="020B0004020202020204" pitchFamily="34" charset="0"/>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latin typeface="Aptos Light" panose="020B0004020202020204" pitchFamily="34" charset="0"/>
              </a:defRPr>
            </a:lvl1pPr>
            <a:lvl2pPr>
              <a:defRPr sz="1600">
                <a:solidFill>
                  <a:schemeClr val="tx1"/>
                </a:solidFill>
                <a:latin typeface="Aptos Light" panose="020B0004020202020204" pitchFamily="34" charset="0"/>
              </a:defRPr>
            </a:lvl2pPr>
            <a:lvl3pPr>
              <a:defRPr sz="1600">
                <a:solidFill>
                  <a:schemeClr val="tx1"/>
                </a:solidFill>
                <a:latin typeface="Aptos Light" panose="020B0004020202020204" pitchFamily="34" charset="0"/>
              </a:defRPr>
            </a:lvl3pPr>
            <a:lvl4pPr>
              <a:defRPr sz="1600">
                <a:solidFill>
                  <a:schemeClr val="tx1"/>
                </a:solidFill>
                <a:latin typeface="Aptos Light" panose="020B0004020202020204" pitchFamily="34" charset="0"/>
              </a:defRPr>
            </a:lvl4pPr>
            <a:lvl5pPr>
              <a:defRPr sz="1600">
                <a:solidFill>
                  <a:schemeClr val="tx1"/>
                </a:solidFill>
                <a:latin typeface="Aptos Light" panose="020B0004020202020204" pitchFamily="34" charset="0"/>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64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dirty="0"/>
              <a:t>[First name Last name]</a:t>
            </a:r>
          </a:p>
          <a:p>
            <a:pPr lvl="1"/>
            <a:r>
              <a:rPr lang="en-US" dirty="0"/>
              <a:t>[Title]</a:t>
            </a:r>
          </a:p>
          <a:p>
            <a:pPr lvl="2"/>
            <a:r>
              <a:rPr lang="en-US" dirty="0"/>
              <a:t>[Summary]</a:t>
            </a:r>
          </a:p>
          <a:p>
            <a:pPr lvl="3"/>
            <a:r>
              <a:rPr lang="en-US" dirty="0"/>
              <a:t>Fourth level</a:t>
            </a:r>
          </a:p>
          <a:p>
            <a:pPr lvl="4"/>
            <a:r>
              <a:rPr lang="en-US" dirty="0"/>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dirty="0"/>
              <a:t>[First name Last name]</a:t>
            </a:r>
          </a:p>
          <a:p>
            <a:pPr lvl="1"/>
            <a:r>
              <a:rPr lang="en-US" dirty="0"/>
              <a:t>[Title]</a:t>
            </a:r>
          </a:p>
          <a:p>
            <a:pPr lvl="2"/>
            <a:r>
              <a:rPr lang="en-US" dirty="0"/>
              <a:t>[Summary]</a:t>
            </a:r>
          </a:p>
          <a:p>
            <a:pPr lvl="3"/>
            <a:r>
              <a:rPr lang="en-US" dirty="0"/>
              <a:t>Fourth level</a:t>
            </a:r>
          </a:p>
          <a:p>
            <a:pPr lvl="4"/>
            <a:r>
              <a:rPr lang="en-US" dirty="0"/>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dirty="0"/>
              <a:t>[First name Last name]</a:t>
            </a:r>
          </a:p>
          <a:p>
            <a:pPr lvl="1"/>
            <a:r>
              <a:rPr lang="en-US" dirty="0"/>
              <a:t>[Title]</a:t>
            </a:r>
          </a:p>
          <a:p>
            <a:pPr lvl="2"/>
            <a:r>
              <a:rPr lang="en-US" dirty="0"/>
              <a:t>[Summary]</a:t>
            </a:r>
          </a:p>
          <a:p>
            <a:pPr lvl="3"/>
            <a:r>
              <a:rPr lang="en-US" dirty="0"/>
              <a:t>Fourth level</a:t>
            </a:r>
          </a:p>
          <a:p>
            <a:pPr lvl="4"/>
            <a:r>
              <a:rPr lang="en-US" dirty="0"/>
              <a:t>Fifth level</a:t>
            </a:r>
          </a:p>
        </p:txBody>
      </p:sp>
    </p:spTree>
    <p:extLst>
      <p:ext uri="{BB962C8B-B14F-4D97-AF65-F5344CB8AC3E}">
        <p14:creationId xmlns:p14="http://schemas.microsoft.com/office/powerpoint/2010/main" val="76612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Team">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709E5A0-CF32-5E47-894F-C739D06361FA}"/>
              </a:ext>
            </a:extLst>
          </p:cNvPr>
          <p:cNvSpPr/>
          <p:nvPr/>
        </p:nvSpPr>
        <p:spPr>
          <a:xfrm>
            <a:off x="7228309" y="1649651"/>
            <a:ext cx="4594883" cy="3877056"/>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9" name="Rectangle 8">
            <a:extLst>
              <a:ext uri="{FF2B5EF4-FFF2-40B4-BE49-F238E27FC236}">
                <a16:creationId xmlns:a16="http://schemas.microsoft.com/office/drawing/2014/main" id="{39ABF27F-53DD-D649-AFC6-C227410D39DC}"/>
              </a:ext>
            </a:extLst>
          </p:cNvPr>
          <p:cNvSpPr/>
          <p:nvPr/>
        </p:nvSpPr>
        <p:spPr>
          <a:xfrm>
            <a:off x="1206254" y="1645921"/>
            <a:ext cx="4594883" cy="388078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571500" y="2366010"/>
            <a:ext cx="2286000"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106308" y="2640330"/>
            <a:ext cx="2446020" cy="1737360"/>
          </a:xfrm>
        </p:spPr>
        <p:txBody>
          <a:bodyPr>
            <a:noAutofit/>
          </a:bodyPr>
          <a:lstStyle>
            <a:lvl1pPr marL="0" indent="0">
              <a:spcBef>
                <a:spcPts val="0"/>
              </a:spcBef>
              <a:buFont typeface="Arial" panose="020B0604020202020204" pitchFamily="34" charset="0"/>
              <a:buNone/>
              <a:defRPr sz="1600" b="1">
                <a:solidFill>
                  <a:schemeClr val="tx1"/>
                </a:solidFill>
                <a:latin typeface="Aptos Light" panose="020B0004020202020204" pitchFamily="34" charset="0"/>
              </a:defRPr>
            </a:lvl1pPr>
            <a:lvl2pPr marL="0" indent="0">
              <a:spcBef>
                <a:spcPts val="600"/>
              </a:spcBef>
              <a:buNone/>
              <a:defRPr sz="1400" b="0">
                <a:solidFill>
                  <a:schemeClr val="tx1"/>
                </a:solidFill>
                <a:latin typeface="Aptos Light" panose="020B0004020202020204" pitchFamily="34" charset="0"/>
              </a:defRPr>
            </a:lvl2pPr>
            <a:lvl3pPr marL="0" indent="0">
              <a:spcBef>
                <a:spcPts val="600"/>
              </a:spcBef>
              <a:buNone/>
              <a:defRPr sz="1400"/>
            </a:lvl3pPr>
            <a:lvl4pPr marL="171450" indent="-171450">
              <a:spcBef>
                <a:spcPts val="600"/>
              </a:spcBef>
              <a:buFont typeface="Wingdings" pitchFamily="2" charset="2"/>
              <a:buChar char="§"/>
              <a:defRPr sz="1200">
                <a:latin typeface="Aptos Light" panose="020B0004020202020204" pitchFamily="34" charset="0"/>
              </a:defRPr>
            </a:lvl4pPr>
            <a:lvl5pPr marL="365760" indent="-182880">
              <a:buFont typeface="Wingdings" pitchFamily="2" charset="2"/>
              <a:buChar char="§"/>
              <a:defRPr sz="1400"/>
            </a:lvl5pPr>
            <a:lvl6pPr marL="548640">
              <a:defRPr sz="1400"/>
            </a:lvl6pPr>
            <a:lvl7pPr marL="731520">
              <a:defRPr sz="1400"/>
            </a:lvl7pPr>
            <a:lvl8pPr marL="914400">
              <a:defRPr sz="1400"/>
            </a:lvl8pPr>
            <a:lvl9pPr marL="1097280">
              <a:defRPr sz="1400"/>
            </a:lvl9pPr>
          </a:lstStyle>
          <a:p>
            <a:pPr lvl="0"/>
            <a:r>
              <a:rPr lang="en-US" dirty="0"/>
              <a:t>[</a:t>
            </a:r>
            <a:r>
              <a:rPr lang="en-US" dirty="0" err="1"/>
              <a:t>Firstname</a:t>
            </a:r>
            <a:r>
              <a:rPr lang="en-US" dirty="0"/>
              <a:t> </a:t>
            </a:r>
            <a:r>
              <a:rPr lang="en-US" dirty="0" err="1"/>
              <a:t>Lastname</a:t>
            </a:r>
            <a:r>
              <a:rPr lang="en-US" dirty="0"/>
              <a:t>]</a:t>
            </a:r>
          </a:p>
          <a:p>
            <a:pPr lvl="1"/>
            <a:r>
              <a:rPr lang="en-US" dirty="0"/>
              <a:t>[Title]</a:t>
            </a:r>
          </a:p>
          <a:p>
            <a:pPr lvl="3"/>
            <a:r>
              <a:rPr lang="en-US" dirty="0"/>
              <a:t>Bullet list</a:t>
            </a:r>
          </a:p>
          <a:p>
            <a:pPr lvl="3"/>
            <a:endParaRPr lang="en-US" dirty="0"/>
          </a:p>
          <a:p>
            <a:pPr lvl="3"/>
            <a:endParaRPr lang="en-US" dirty="0"/>
          </a:p>
          <a:p>
            <a:r>
              <a:rPr lang="en-US" sz="1200" b="1" dirty="0"/>
              <a:t>Prior leadership roles at large, global companies, including:</a:t>
            </a:r>
            <a:endParaRPr lang="en-US" sz="1200" dirty="0"/>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6568442" y="2286000"/>
            <a:ext cx="2286000"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9075420" y="2640330"/>
            <a:ext cx="2221992" cy="1737360"/>
          </a:xfrm>
        </p:spPr>
        <p:txBody>
          <a:bodyPr>
            <a:noAutofit/>
          </a:bodyPr>
          <a:lstStyle>
            <a:lvl1pPr marL="0" indent="0">
              <a:spcBef>
                <a:spcPts val="600"/>
              </a:spcBef>
              <a:buFont typeface="Arial" panose="020B0604020202020204" pitchFamily="34" charset="0"/>
              <a:buNone/>
              <a:defRPr sz="1600" b="1">
                <a:solidFill>
                  <a:schemeClr val="tx1"/>
                </a:solidFill>
                <a:latin typeface="Aptos Light" panose="020B0004020202020204" pitchFamily="34" charset="0"/>
              </a:defRPr>
            </a:lvl1pPr>
            <a:lvl2pPr marL="0" indent="0">
              <a:spcBef>
                <a:spcPts val="600"/>
              </a:spcBef>
              <a:buNone/>
              <a:defRPr sz="1400" b="0">
                <a:solidFill>
                  <a:schemeClr val="tx1"/>
                </a:solidFill>
                <a:latin typeface="Aptos Light" panose="020B0004020202020204" pitchFamily="34" charset="0"/>
              </a:defRPr>
            </a:lvl2pPr>
            <a:lvl3pPr marL="0" indent="0">
              <a:spcBef>
                <a:spcPts val="600"/>
              </a:spcBef>
              <a:buNone/>
              <a:defRPr sz="1400"/>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vl5pPr>
            <a:lvl6pPr marL="548640">
              <a:defRPr sz="1400"/>
            </a:lvl6pPr>
            <a:lvl7pPr marL="731520">
              <a:defRPr sz="1400"/>
            </a:lvl7pPr>
            <a:lvl8pPr marL="914400">
              <a:defRPr sz="1400"/>
            </a:lvl8pPr>
            <a:lvl9pPr marL="1097280">
              <a:defRPr sz="1400"/>
            </a:lvl9pPr>
          </a:lstStyle>
          <a:p>
            <a:pPr lvl="0"/>
            <a:r>
              <a:rPr lang="en-US" dirty="0"/>
              <a:t>[</a:t>
            </a:r>
            <a:r>
              <a:rPr lang="en-US" dirty="0" err="1"/>
              <a:t>Firstname</a:t>
            </a:r>
            <a:r>
              <a:rPr lang="en-US" dirty="0"/>
              <a:t> </a:t>
            </a:r>
            <a:r>
              <a:rPr lang="en-US" dirty="0" err="1"/>
              <a:t>Lastname</a:t>
            </a:r>
            <a:r>
              <a:rPr lang="en-US" dirty="0"/>
              <a:t>]</a:t>
            </a:r>
          </a:p>
          <a:p>
            <a:pPr lvl="1"/>
            <a:r>
              <a:rPr lang="en-US" dirty="0"/>
              <a:t>Title]</a:t>
            </a:r>
          </a:p>
          <a:p>
            <a:pPr lvl="3"/>
            <a:r>
              <a:rPr lang="en-US" dirty="0"/>
              <a:t>Bullet list</a:t>
            </a:r>
          </a:p>
          <a:p>
            <a:pPr lvl="3"/>
            <a:endParaRPr lang="en-US" dirty="0"/>
          </a:p>
          <a:p>
            <a:pPr lvl="3"/>
            <a:endParaRPr lang="en-US" dirty="0"/>
          </a:p>
          <a:p>
            <a:r>
              <a:rPr lang="en-US" sz="1200" b="1" dirty="0"/>
              <a:t>Prior leadership roles at large, global companies, including:</a:t>
            </a:r>
            <a:endParaRPr lang="en-US" sz="1200" dirty="0"/>
          </a:p>
        </p:txBody>
      </p:sp>
    </p:spTree>
    <p:extLst>
      <p:ext uri="{BB962C8B-B14F-4D97-AF65-F5344CB8AC3E}">
        <p14:creationId xmlns:p14="http://schemas.microsoft.com/office/powerpoint/2010/main" val="210865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lvl1pPr>
              <a:defRPr>
                <a:latin typeface="Aptos Light" panose="020B0004020202020204" pitchFamily="34" charset="0"/>
              </a:defRPr>
            </a:lvl1pPr>
          </a:lstStyle>
          <a:p>
            <a:r>
              <a:rPr lang="en-US" dirty="0"/>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atin typeface="Aptos Light" panose="020B0004020202020204" pitchFamily="34" charset="0"/>
              </a:defRPr>
            </a:lvl1pPr>
            <a:lvl2pPr marL="0" indent="0">
              <a:spcBef>
                <a:spcPts val="600"/>
              </a:spcBef>
              <a:buFontTx/>
              <a:buNone/>
              <a:defRPr sz="1400" b="1">
                <a:solidFill>
                  <a:schemeClr val="tx1"/>
                </a:solidFill>
                <a:latin typeface="Aptos Light" panose="020B0004020202020204" pitchFamily="34" charset="0"/>
              </a:defRPr>
            </a:lvl2pPr>
            <a:lvl3pPr marL="0" indent="0">
              <a:spcBef>
                <a:spcPts val="600"/>
              </a:spcBef>
              <a:buFontTx/>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spcBef>
                <a:spcPts val="300"/>
              </a:spcBef>
              <a:defRPr sz="1400">
                <a:latin typeface="Aptos Light" panose="020B0004020202020204" pitchFamily="34" charset="0"/>
              </a:defRPr>
            </a:lvl5pPr>
            <a:lvl6pPr marL="548640">
              <a:spcBef>
                <a:spcPts val="300"/>
              </a:spcBef>
              <a:defRPr sz="1400">
                <a:latin typeface="Aptos Light" panose="020B0004020202020204" pitchFamily="34" charset="0"/>
              </a:defRPr>
            </a:lvl6pPr>
            <a:lvl7pPr marL="731520">
              <a:spcBef>
                <a:spcPts val="300"/>
              </a:spcBef>
              <a:defRPr sz="1400">
                <a:latin typeface="Aptos Light" panose="020B0004020202020204" pitchFamily="34" charset="0"/>
              </a:defRPr>
            </a:lvl7pPr>
            <a:lvl8pPr marL="914400">
              <a:spcBef>
                <a:spcPts val="300"/>
              </a:spcBef>
              <a:defRPr sz="1400">
                <a:latin typeface="Aptos Light" panose="020B0004020202020204" pitchFamily="34" charset="0"/>
              </a:defRPr>
            </a:lvl8pPr>
            <a:lvl9pPr marL="1097280">
              <a:spcBef>
                <a:spcPts val="300"/>
              </a:spcBef>
              <a:defRPr sz="1400">
                <a:latin typeface="Aptos Light" panose="020B0004020202020204" pitchFamily="34" charset="0"/>
              </a:defRPr>
            </a:lvl9pPr>
          </a:lstStyle>
          <a:p>
            <a:pPr lvl="0"/>
            <a:r>
              <a:rPr lang="en-US" dirty="0"/>
              <a:t>[</a:t>
            </a:r>
            <a:r>
              <a:rPr lang="en-US" dirty="0" err="1"/>
              <a:t>Firstname</a:t>
            </a:r>
            <a:r>
              <a:rPr lang="en-US" dirty="0"/>
              <a:t> </a:t>
            </a:r>
            <a:r>
              <a:rPr lang="en-US" dirty="0" err="1"/>
              <a:t>Lastname</a:t>
            </a:r>
            <a:r>
              <a:rPr lang="en-US" dirty="0"/>
              <a:t>]</a:t>
            </a:r>
          </a:p>
          <a:p>
            <a:pPr lvl="1"/>
            <a:r>
              <a:rPr lang="en-US" dirty="0"/>
              <a:t>[Title, Region]</a:t>
            </a:r>
          </a:p>
          <a:p>
            <a:pPr lvl="2"/>
            <a:r>
              <a:rPr lang="en-US" dirty="0"/>
              <a:t>[Summary]</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atin typeface="Aptos Light" panose="020B0004020202020204" pitchFamily="34" charset="0"/>
              </a:defRPr>
            </a:lvl1pPr>
            <a:lvl2pPr marL="0" indent="0">
              <a:spcBef>
                <a:spcPts val="600"/>
              </a:spcBef>
              <a:buFontTx/>
              <a:buNone/>
              <a:defRPr sz="1400" b="1">
                <a:solidFill>
                  <a:schemeClr val="tx1"/>
                </a:solidFill>
                <a:latin typeface="Aptos Light" panose="020B0004020202020204" pitchFamily="34" charset="0"/>
              </a:defRPr>
            </a:lvl2pPr>
            <a:lvl3pPr marL="0" indent="0">
              <a:spcBef>
                <a:spcPts val="600"/>
              </a:spcBef>
              <a:buFontTx/>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spcBef>
                <a:spcPts val="300"/>
              </a:spcBef>
              <a:defRPr sz="1400">
                <a:latin typeface="Aptos Light" panose="020B0004020202020204" pitchFamily="34" charset="0"/>
              </a:defRPr>
            </a:lvl5pPr>
            <a:lvl6pPr marL="548640">
              <a:spcBef>
                <a:spcPts val="300"/>
              </a:spcBef>
              <a:defRPr sz="1400">
                <a:latin typeface="Aptos Light" panose="020B0004020202020204" pitchFamily="34" charset="0"/>
              </a:defRPr>
            </a:lvl6pPr>
            <a:lvl7pPr marL="731520">
              <a:spcBef>
                <a:spcPts val="300"/>
              </a:spcBef>
              <a:defRPr sz="1400">
                <a:latin typeface="Aptos Light" panose="020B0004020202020204" pitchFamily="34" charset="0"/>
              </a:defRPr>
            </a:lvl7pPr>
            <a:lvl8pPr marL="914400">
              <a:spcBef>
                <a:spcPts val="300"/>
              </a:spcBef>
              <a:defRPr sz="1400">
                <a:latin typeface="Aptos Light" panose="020B0004020202020204" pitchFamily="34" charset="0"/>
              </a:defRPr>
            </a:lvl8pPr>
            <a:lvl9pPr marL="1097280">
              <a:spcBef>
                <a:spcPts val="300"/>
              </a:spcBef>
              <a:defRPr sz="1400">
                <a:latin typeface="Aptos Light" panose="020B0004020202020204" pitchFamily="34" charset="0"/>
              </a:defRPr>
            </a:lvl9pPr>
          </a:lstStyle>
          <a:p>
            <a:pPr lvl="0"/>
            <a:r>
              <a:rPr lang="en-US" dirty="0"/>
              <a:t>[Sector]</a:t>
            </a:r>
          </a:p>
          <a:p>
            <a:pPr lvl="1"/>
            <a:r>
              <a:rPr lang="en-US" dirty="0"/>
              <a:t>[00 years of experience]</a:t>
            </a:r>
          </a:p>
          <a:p>
            <a:pPr lvl="2"/>
            <a:r>
              <a:rPr lang="en-US" dirty="0"/>
              <a:t>[Biography]</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1567913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1124712" y="731520"/>
            <a:ext cx="8503920" cy="2103120"/>
          </a:xfrm>
        </p:spPr>
        <p:txBody>
          <a:bodyPr anchor="t"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10399766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p15:clr>
            <a:srgbClr val="FBAE40"/>
          </p15:clr>
        </p15:guide>
        <p15:guide id="3" orient="horz" pos="3832">
          <p15:clr>
            <a:srgbClr val="FBAE40"/>
          </p15:clr>
        </p15:guide>
        <p15:guide id="4" orient="horz" pos="4148">
          <p15:clr>
            <a:srgbClr val="FBAE40"/>
          </p15:clr>
        </p15:guide>
        <p15:guide id="5" pos="708">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Section Header Dark Teal">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18581659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ection Header Light Teal">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23299894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ection Header Blac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14709039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229273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Section Header -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21935028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5326177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Section Header - Big Number">
    <p:bg>
      <p:bgPr>
        <a:solidFill>
          <a:srgbClr val="006E74"/>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C326D1BA-385D-D160-3E8B-12E6038EBBBD}"/>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5" name="Title 2">
            <a:extLst>
              <a:ext uri="{FF2B5EF4-FFF2-40B4-BE49-F238E27FC236}">
                <a16:creationId xmlns:a16="http://schemas.microsoft.com/office/drawing/2014/main" id="{B50BE822-3D01-B3AA-C73B-8A3B83E702C4}"/>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29118664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B5EC9AAC-3C60-6320-DCC6-83B57B96E630}"/>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5" name="Title 2">
            <a:extLst>
              <a:ext uri="{FF2B5EF4-FFF2-40B4-BE49-F238E27FC236}">
                <a16:creationId xmlns:a16="http://schemas.microsoft.com/office/drawing/2014/main" id="{5A3359F6-2212-0787-FE5F-4A783F634ED8}"/>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9588800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2_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4399846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Section Header - Big Number and Image">
    <p:bg>
      <p:bgPr>
        <a:solidFill>
          <a:srgbClr val="006E74"/>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BBBC22-C650-B44E-7A6D-EA1C7DFE6989}"/>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4" name="Title 2">
            <a:extLst>
              <a:ext uri="{FF2B5EF4-FFF2-40B4-BE49-F238E27FC236}">
                <a16:creationId xmlns:a16="http://schemas.microsoft.com/office/drawing/2014/main" id="{EA65768C-B601-33B4-93A0-0193CC077746}"/>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
        <p:nvSpPr>
          <p:cNvPr id="6" name="Picture Placeholder 4">
            <a:extLst>
              <a:ext uri="{FF2B5EF4-FFF2-40B4-BE49-F238E27FC236}">
                <a16:creationId xmlns:a16="http://schemas.microsoft.com/office/drawing/2014/main" id="{F2BE5C9E-9BB6-4A94-4A61-9EE5BAE44776}"/>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3380307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Section Header - Big Number and Image Light teal">
    <p:bg>
      <p:bgPr>
        <a:solidFill>
          <a:schemeClr val="accent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9689AA05-4526-CF9A-27B2-771806367921}"/>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7" name="Text Placeholder 1">
            <a:extLst>
              <a:ext uri="{FF2B5EF4-FFF2-40B4-BE49-F238E27FC236}">
                <a16:creationId xmlns:a16="http://schemas.microsoft.com/office/drawing/2014/main" id="{619370A0-AA04-76B1-3C20-3A0DE2D8B421}"/>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8" name="Title 2">
            <a:extLst>
              <a:ext uri="{FF2B5EF4-FFF2-40B4-BE49-F238E27FC236}">
                <a16:creationId xmlns:a16="http://schemas.microsoft.com/office/drawing/2014/main" id="{18F4634C-2105-F35B-2F6F-FB7C70B000E4}"/>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192163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Section Header - Big Number and Image Black">
    <p:bg>
      <p:bgPr>
        <a:solidFill>
          <a:schemeClr val="bg1"/>
        </a:solidFill>
        <a:effectLst/>
      </p:bgPr>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E08BF880-08B4-3CD8-DBE6-2D803A81945D}"/>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Text Placeholder 1">
            <a:extLst>
              <a:ext uri="{FF2B5EF4-FFF2-40B4-BE49-F238E27FC236}">
                <a16:creationId xmlns:a16="http://schemas.microsoft.com/office/drawing/2014/main" id="{700913E4-E9D3-1B5D-E3D7-CF8E0A193B8F}"/>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7" name="Title 2">
            <a:extLst>
              <a:ext uri="{FF2B5EF4-FFF2-40B4-BE49-F238E27FC236}">
                <a16:creationId xmlns:a16="http://schemas.microsoft.com/office/drawing/2014/main" id="{CEF35138-C014-69EF-787C-B988E81FADCE}"/>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23076065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37897665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1_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28692322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Section Header - Big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32080425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2407526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3662810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Half sand bottom half">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7" name="TextBox 6">
            <a:extLst>
              <a:ext uri="{FF2B5EF4-FFF2-40B4-BE49-F238E27FC236}">
                <a16:creationId xmlns:a16="http://schemas.microsoft.com/office/drawing/2014/main" id="{A9B57730-4188-C541-87CF-F6B2818DBCB9}"/>
              </a:ext>
            </a:extLst>
          </p:cNvPr>
          <p:cNvSpPr txBox="1"/>
          <p:nvPr/>
        </p:nvSpPr>
        <p:spPr>
          <a:xfrm>
            <a:off x="-1974715" y="-1750979"/>
            <a:ext cx="0" cy="0"/>
          </a:xfrm>
          <a:prstGeom prst="rect">
            <a:avLst/>
          </a:prstGeom>
          <a:noFill/>
        </p:spPr>
        <p:txBody>
          <a:bodyPr wrap="none" lIns="0" tIns="0" rIns="0" bIns="0" rtlCol="0">
            <a:noAutofit/>
          </a:bodyPr>
          <a:lstStyle/>
          <a:p>
            <a:pPr marL="0" indent="0" algn="l">
              <a:lnSpc>
                <a:spcPct val="100000"/>
              </a:lnSpc>
              <a:spcBef>
                <a:spcPts val="1200"/>
              </a:spcBef>
              <a:buSzPct val="100000"/>
              <a:buFont typeface="Arial" panose="020B0604020202020204" pitchFamily="34" charset="0"/>
              <a:buNone/>
            </a:pPr>
            <a:endParaRPr lang="en-US" sz="1800" dirty="0">
              <a:latin typeface="Aptos Light" panose="020B0004020202020204" pitchFamily="34" charset="0"/>
            </a:endParaRPr>
          </a:p>
        </p:txBody>
      </p:sp>
      <p:sp>
        <p:nvSpPr>
          <p:cNvPr id="24" name="Legal">
            <a:extLst>
              <a:ext uri="{FF2B5EF4-FFF2-40B4-BE49-F238E27FC236}">
                <a16:creationId xmlns:a16="http://schemas.microsoft.com/office/drawing/2014/main" id="{C488002F-59F6-1647-9C99-8A64A64A9B14}"/>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2025 UST Global Inc</a:t>
            </a:r>
          </a:p>
        </p:txBody>
      </p:sp>
      <p:sp>
        <p:nvSpPr>
          <p:cNvPr id="25" name="Slide Number Placeholder 10">
            <a:extLst>
              <a:ext uri="{FF2B5EF4-FFF2-40B4-BE49-F238E27FC236}">
                <a16:creationId xmlns:a16="http://schemas.microsoft.com/office/drawing/2014/main" id="{E005E4E3-E3E6-7D41-85E9-9E6D664E0455}"/>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6" name="UST" descr="UST">
            <a:extLst>
              <a:ext uri="{FF2B5EF4-FFF2-40B4-BE49-F238E27FC236}">
                <a16:creationId xmlns:a16="http://schemas.microsoft.com/office/drawing/2014/main" id="{4288F147-CA5C-4C40-8385-C50B1902280D}"/>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7" name="Title 1">
            <a:extLst>
              <a:ext uri="{FF2B5EF4-FFF2-40B4-BE49-F238E27FC236}">
                <a16:creationId xmlns:a16="http://schemas.microsoft.com/office/drawing/2014/main" id="{12319454-8670-4D40-A340-289ABE61F1E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7874719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itle Only + bottom callout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20FE6-7EB8-7041-AA1B-1A31760D3ABE}"/>
              </a:ext>
            </a:extLst>
          </p:cNvPr>
          <p:cNvSpPr/>
          <p:nvPr/>
        </p:nvSpPr>
        <p:spPr>
          <a:xfrm>
            <a:off x="-1524" y="6114426"/>
            <a:ext cx="12192000" cy="5873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pic>
        <p:nvPicPr>
          <p:cNvPr id="5" name="Picture 4" descr="Logo, icon&#10;&#10;Description automatically generated">
            <a:extLst>
              <a:ext uri="{FF2B5EF4-FFF2-40B4-BE49-F238E27FC236}">
                <a16:creationId xmlns:a16="http://schemas.microsoft.com/office/drawing/2014/main" id="{C374CEC6-01F5-0E4B-B146-C46AB843BA36}"/>
              </a:ext>
            </a:extLst>
          </p:cNvPr>
          <p:cNvPicPr>
            <a:picLocks noChangeAspect="1"/>
          </p:cNvPicPr>
          <p:nvPr/>
        </p:nvPicPr>
        <p:blipFill>
          <a:blip r:embed="rId2"/>
          <a:stretch>
            <a:fillRect/>
          </a:stretch>
        </p:blipFill>
        <p:spPr>
          <a:xfrm>
            <a:off x="365760" y="6234730"/>
            <a:ext cx="324974" cy="359182"/>
          </a:xfrm>
          <a:prstGeom prst="rect">
            <a:avLst/>
          </a:prstGeom>
        </p:spPr>
      </p:pic>
      <p:sp>
        <p:nvSpPr>
          <p:cNvPr id="6" name="Slide Number Placeholder 10">
            <a:extLst>
              <a:ext uri="{FF2B5EF4-FFF2-40B4-BE49-F238E27FC236}">
                <a16:creationId xmlns:a16="http://schemas.microsoft.com/office/drawing/2014/main" id="{D3CF422C-ACDA-544F-97DF-599F1A0975E3}"/>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7" name="Legal">
            <a:extLst>
              <a:ext uri="{FF2B5EF4-FFF2-40B4-BE49-F238E27FC236}">
                <a16:creationId xmlns:a16="http://schemas.microsoft.com/office/drawing/2014/main" id="{A972C742-7560-2941-A7DB-CBA02B9EF4EE}"/>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2025 UST Global Inc</a:t>
            </a:r>
          </a:p>
        </p:txBody>
      </p:sp>
    </p:spTree>
    <p:extLst>
      <p:ext uri="{BB962C8B-B14F-4D97-AF65-F5344CB8AC3E}">
        <p14:creationId xmlns:p14="http://schemas.microsoft.com/office/powerpoint/2010/main" val="1702913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About UST summary">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2116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827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71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Questions?</a:t>
            </a:r>
          </a:p>
        </p:txBody>
      </p:sp>
      <p:pic>
        <p:nvPicPr>
          <p:cNvPr id="3" name="Picture 2" descr="Icon&#10;&#10;Description automatically generated with medium confidence">
            <a:extLst>
              <a:ext uri="{FF2B5EF4-FFF2-40B4-BE49-F238E27FC236}">
                <a16:creationId xmlns:a16="http://schemas.microsoft.com/office/drawing/2014/main" id="{A02A78E1-97C6-6B47-A7D5-515210C9C5F2}"/>
              </a:ext>
            </a:extLst>
          </p:cNvPr>
          <p:cNvPicPr>
            <a:picLocks noChangeAspect="1"/>
          </p:cNvPicPr>
          <p:nvPr/>
        </p:nvPicPr>
        <p:blipFill>
          <a:blip r:embed="rId2"/>
          <a:stretch>
            <a:fillRect/>
          </a:stretch>
        </p:blipFill>
        <p:spPr>
          <a:xfrm>
            <a:off x="4903595" y="365760"/>
            <a:ext cx="6108561" cy="6108561"/>
          </a:xfrm>
          <a:prstGeom prst="rect">
            <a:avLst/>
          </a:prstGeom>
        </p:spPr>
      </p:pic>
    </p:spTree>
    <p:extLst>
      <p:ext uri="{BB962C8B-B14F-4D97-AF65-F5344CB8AC3E}">
        <p14:creationId xmlns:p14="http://schemas.microsoft.com/office/powerpoint/2010/main" val="2506967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Closing boundless impact slide 0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4" name="TextBox 3">
            <a:extLst>
              <a:ext uri="{FF2B5EF4-FFF2-40B4-BE49-F238E27FC236}">
                <a16:creationId xmlns:a16="http://schemas.microsoft.com/office/drawing/2014/main" id="{98950798-3CD2-0446-A548-33B6591367B8}"/>
              </a:ext>
            </a:extLst>
          </p:cNvPr>
          <p:cNvSpPr txBox="1"/>
          <p:nvPr/>
        </p:nvSpPr>
        <p:spPr>
          <a:xfrm>
            <a:off x="1371995" y="2997200"/>
            <a:ext cx="4886565" cy="2331155"/>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800" b="0" i="0" u="none" strike="noStrike" kern="1200" cap="none" spc="0" normalizeH="0" baseline="0" noProof="0" dirty="0">
                <a:ln>
                  <a:noFill/>
                </a:ln>
                <a:solidFill>
                  <a:srgbClr val="FFFFFF"/>
                </a:solidFill>
                <a:effectLst/>
                <a:uLnTx/>
                <a:uFillTx/>
                <a:latin typeface="Aptos Light" panose="020B0004020202020204" pitchFamily="34" charset="0"/>
                <a:ea typeface="+mj-ea"/>
                <a:cs typeface="+mj-cs"/>
              </a:rPr>
              <a:t>Together, we build for boundless impact</a:t>
            </a:r>
            <a:endParaRPr lang="en-US" sz="2400" b="0" dirty="0">
              <a:latin typeface="Aptos Light" panose="020B0004020202020204" pitchFamily="34" charset="0"/>
            </a:endParaRPr>
          </a:p>
        </p:txBody>
      </p:sp>
    </p:spTree>
    <p:extLst>
      <p:ext uri="{BB962C8B-B14F-4D97-AF65-F5344CB8AC3E}">
        <p14:creationId xmlns:p14="http://schemas.microsoft.com/office/powerpoint/2010/main" val="2368135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Closing 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dirty="0">
                <a:ln>
                  <a:noFill/>
                </a:ln>
                <a:solidFill>
                  <a:srgbClr val="FFFFFF"/>
                </a:solidFill>
                <a:effectLst/>
                <a:uLnTx/>
                <a:uFillTx/>
                <a:latin typeface="Aptos Light" panose="020B0004020202020204" pitchFamily="34" charset="0"/>
                <a:ea typeface="+mj-ea"/>
                <a:cs typeface="+mj-cs"/>
              </a:rPr>
              <a:t>Together, we build for boundless impact</a:t>
            </a:r>
            <a:endParaRPr lang="en-US" sz="1800" dirty="0">
              <a:latin typeface="Aptos Light" panose="020B0004020202020204" pitchFamily="34" charset="0"/>
            </a:endParaRPr>
          </a:p>
        </p:txBody>
      </p:sp>
    </p:spTree>
    <p:extLst>
      <p:ext uri="{BB962C8B-B14F-4D97-AF65-F5344CB8AC3E}">
        <p14:creationId xmlns:p14="http://schemas.microsoft.com/office/powerpoint/2010/main" val="118576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9" name="Thank You">
            <a:extLst>
              <a:ext uri="{FF2B5EF4-FFF2-40B4-BE49-F238E27FC236}">
                <a16:creationId xmlns:a16="http://schemas.microsoft.com/office/drawing/2014/main" id="{3B3D034D-06BF-E34D-97D9-E1FB041EDECA}"/>
              </a:ext>
            </a:extLst>
          </p:cNvPr>
          <p:cNvSpPr txBox="1">
            <a:spLocks/>
          </p:cNvSpPr>
          <p:nvPr/>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dirty="0">
                <a:latin typeface="Aptos Light" panose="020B0004020202020204" pitchFamily="34" charset="0"/>
              </a:rPr>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152000"/>
          </a:xfrm>
        </p:spPr>
        <p:txBody>
          <a:bodyPr anchor="b" anchorCtr="0">
            <a:noAutofit/>
          </a:bodyPr>
          <a:lstStyle>
            <a:lvl1pPr marL="0" indent="0">
              <a:spcBef>
                <a:spcPts val="0"/>
              </a:spcBef>
              <a:buFontTx/>
              <a:buNone/>
              <a:defRPr sz="1600">
                <a:solidFill>
                  <a:schemeClr val="bg1"/>
                </a:solidFill>
                <a:latin typeface="Aptos Light"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r>
              <a:rPr lang="en-US" dirty="0">
                <a:hlinkClick r:id="rId2">
                  <a:extLst>
                    <a:ext uri="{A12FA001-AC4F-418D-AE19-62706E023703}">
                      <ahyp:hlinkClr xmlns:ahyp="http://schemas.microsoft.com/office/drawing/2018/hyperlinkcolor" val="tx"/>
                    </a:ext>
                  </a:extLst>
                </a:hlinkClick>
              </a:rPr>
              <a:t>brand@ust.com</a:t>
            </a:r>
          </a:p>
        </p:txBody>
      </p:sp>
      <p:sp>
        <p:nvSpPr>
          <p:cNvPr id="18" name="URL">
            <a:extLst>
              <a:ext uri="{FF2B5EF4-FFF2-40B4-BE49-F238E27FC236}">
                <a16:creationId xmlns:a16="http://schemas.microsoft.com/office/drawing/2014/main" id="{2B56852A-13EA-DC41-9045-334298984C85}"/>
              </a:ext>
            </a:extLst>
          </p:cNvPr>
          <p:cNvSpPr txBox="1"/>
          <p:nvPr/>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dirty="0">
                <a:solidFill>
                  <a:schemeClr val="bg1"/>
                </a:solidFill>
                <a:latin typeface="Aptos Light" panose="020B0004020202020204" pitchFamily="34" charset="0"/>
              </a:rPr>
              <a:t>ust.com</a:t>
            </a:r>
          </a:p>
        </p:txBody>
      </p:sp>
      <p:sp>
        <p:nvSpPr>
          <p:cNvPr id="2" name="URL">
            <a:extLst>
              <a:ext uri="{FF2B5EF4-FFF2-40B4-BE49-F238E27FC236}">
                <a16:creationId xmlns:a16="http://schemas.microsoft.com/office/drawing/2014/main" id="{60220C0C-4673-ED82-FBE2-726B47180988}"/>
              </a:ext>
            </a:extLst>
          </p:cNvPr>
          <p:cNvSpPr txBox="1"/>
          <p:nvPr/>
        </p:nvSpPr>
        <p:spPr>
          <a:xfrm>
            <a:off x="1702053" y="6045616"/>
            <a:ext cx="7178422" cy="446625"/>
          </a:xfrm>
          <a:prstGeom prst="rect">
            <a:avLst/>
          </a:prstGeom>
          <a:noFill/>
        </p:spPr>
        <p:txBody>
          <a:bodyPr wrap="square" lIns="0" tIns="0" rIns="0" bIns="0" rtlCol="0" anchor="b" anchorCtr="0">
            <a:noAutofit/>
          </a:bodyPr>
          <a:lstStyle/>
          <a:p>
            <a:pPr marL="0" indent="0" algn="l">
              <a:lnSpc>
                <a:spcPct val="100000"/>
              </a:lnSpc>
              <a:spcBef>
                <a:spcPts val="0"/>
              </a:spcBef>
              <a:buSzPct val="100000"/>
              <a:buFontTx/>
              <a:buNone/>
            </a:pPr>
            <a:r>
              <a:rPr lang="en-US" sz="1600" b="1" dirty="0">
                <a:solidFill>
                  <a:schemeClr val="bg1"/>
                </a:solidFill>
                <a:latin typeface="Aptos Light" panose="020B0004020202020204" pitchFamily="34" charset="0"/>
              </a:rPr>
              <a:t>Digital solutions | Platforms | Engineering, R&amp;D and Products</a:t>
            </a:r>
          </a:p>
        </p:txBody>
      </p:sp>
    </p:spTree>
    <p:extLst>
      <p:ext uri="{BB962C8B-B14F-4D97-AF65-F5344CB8AC3E}">
        <p14:creationId xmlns:p14="http://schemas.microsoft.com/office/powerpoint/2010/main" val="3876399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p15:clr>
            <a:srgbClr val="FBAE40"/>
          </p15:clr>
        </p15:guide>
        <p15:guide id="5" orient="horz" pos="4090">
          <p15:clr>
            <a:srgbClr val="FBAE40"/>
          </p15:clr>
        </p15:guide>
        <p15:guide id="6" pos="5594">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dirty="0">
                <a:ln>
                  <a:noFill/>
                </a:ln>
                <a:solidFill>
                  <a:srgbClr val="FFFFFF"/>
                </a:solidFill>
                <a:effectLst/>
                <a:uLnTx/>
                <a:uFillTx/>
                <a:latin typeface="Aptos Light" panose="020B0004020202020204" pitchFamily="34" charset="0"/>
                <a:ea typeface="+mj-ea"/>
                <a:cs typeface="+mj-cs"/>
              </a:rPr>
              <a:t>Appendix</a:t>
            </a:r>
            <a:endParaRPr lang="en-US" sz="4800" b="0" dirty="0">
              <a:latin typeface="Aptos Light" panose="020B0004020202020204" pitchFamily="34" charset="0"/>
            </a:endParaRPr>
          </a:p>
        </p:txBody>
      </p:sp>
    </p:spTree>
    <p:extLst>
      <p:ext uri="{BB962C8B-B14F-4D97-AF65-F5344CB8AC3E}">
        <p14:creationId xmlns:p14="http://schemas.microsoft.com/office/powerpoint/2010/main" val="12566299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dirty="0">
                <a:latin typeface="Aptos Light" panose="020B0004020202020204" pitchFamily="34" charset="0"/>
              </a:rPr>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dirty="0">
                <a:latin typeface="Aptos Light" panose="020B0004020202020204" pitchFamily="34" charset="0"/>
              </a:rPr>
              <a:t>Copyright © 2025 by UST Global Inc. All rights reserved.</a:t>
            </a:r>
          </a:p>
          <a:p>
            <a:pPr>
              <a:lnSpc>
                <a:spcPct val="100000"/>
              </a:lnSpc>
              <a:spcBef>
                <a:spcPts val="1200"/>
              </a:spcBef>
              <a:buSzPct val="100000"/>
            </a:pPr>
            <a:r>
              <a:rPr lang="en-US" dirty="0">
                <a:latin typeface="Aptos Light" panose="020B0004020202020204" pitchFamily="34" charset="0"/>
              </a:rPr>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dirty="0">
                <a:latin typeface="Aptos Light" panose="020B0004020202020204" pitchFamily="34" charset="0"/>
              </a:rPr>
              <a:t>UST</a:t>
            </a:r>
            <a:r>
              <a:rPr lang="en-US" baseline="30000" dirty="0">
                <a:latin typeface="Aptos Light" panose="020B0004020202020204" pitchFamily="34" charset="0"/>
              </a:rPr>
              <a:t>®</a:t>
            </a:r>
            <a:r>
              <a:rPr lang="en-US" dirty="0">
                <a:latin typeface="Aptos Light" panose="020B0004020202020204" pitchFamily="34" charset="0"/>
              </a:rPr>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dirty="0">
                <a:solidFill>
                  <a:schemeClr val="tx1"/>
                </a:solidFill>
                <a:latin typeface="Aptos Light" panose="020B0004020202020204" pitchFamily="34" charset="0"/>
              </a:rPr>
              <a:t>UST</a:t>
            </a:r>
          </a:p>
          <a:p>
            <a:pPr>
              <a:lnSpc>
                <a:spcPct val="100000"/>
              </a:lnSpc>
              <a:spcBef>
                <a:spcPts val="0"/>
              </a:spcBef>
              <a:buSzPct val="100000"/>
            </a:pPr>
            <a:r>
              <a:rPr lang="en-US" b="0" dirty="0">
                <a:solidFill>
                  <a:schemeClr val="tx1"/>
                </a:solidFill>
                <a:latin typeface="Aptos Light" panose="020B0004020202020204" pitchFamily="34" charset="0"/>
              </a:rPr>
              <a:t>5 Polaris Way</a:t>
            </a:r>
          </a:p>
          <a:p>
            <a:pPr>
              <a:lnSpc>
                <a:spcPct val="100000"/>
              </a:lnSpc>
              <a:spcBef>
                <a:spcPts val="0"/>
              </a:spcBef>
              <a:buSzPct val="100000"/>
            </a:pPr>
            <a:r>
              <a:rPr lang="en-US" b="0" dirty="0">
                <a:solidFill>
                  <a:schemeClr val="tx1"/>
                </a:solidFill>
                <a:latin typeface="Aptos Light" panose="020B0004020202020204" pitchFamily="34" charset="0"/>
              </a:rPr>
              <a:t>Aliso Viejo, CA 92656</a:t>
            </a:r>
          </a:p>
          <a:p>
            <a:pPr>
              <a:lnSpc>
                <a:spcPct val="100000"/>
              </a:lnSpc>
              <a:spcBef>
                <a:spcPts val="1200"/>
              </a:spcBef>
              <a:buSzPct val="100000"/>
            </a:pPr>
            <a:r>
              <a:rPr lang="en-US" b="0" dirty="0">
                <a:solidFill>
                  <a:schemeClr val="tx1"/>
                </a:solidFill>
                <a:latin typeface="Aptos Light" panose="020B0004020202020204" pitchFamily="34" charset="0"/>
              </a:rPr>
              <a:t>T +1 949 716 8757</a:t>
            </a:r>
          </a:p>
          <a:p>
            <a:pPr>
              <a:lnSpc>
                <a:spcPct val="100000"/>
              </a:lnSpc>
              <a:spcBef>
                <a:spcPts val="0"/>
              </a:spcBef>
              <a:buSzPct val="100000"/>
            </a:pPr>
            <a:r>
              <a:rPr lang="en-US" b="0" dirty="0">
                <a:solidFill>
                  <a:schemeClr val="tx1"/>
                </a:solidFill>
                <a:latin typeface="Aptos Light" panose="020B0004020202020204" pitchFamily="34" charset="0"/>
              </a:rPr>
              <a:t>F +1 949 716 8396</a:t>
            </a:r>
          </a:p>
          <a:p>
            <a:pPr>
              <a:lnSpc>
                <a:spcPct val="100000"/>
              </a:lnSpc>
              <a:spcBef>
                <a:spcPts val="1200"/>
              </a:spcBef>
              <a:buSzPct val="100000"/>
            </a:pPr>
            <a:r>
              <a:rPr lang="en-US" b="1" dirty="0" err="1">
                <a:solidFill>
                  <a:schemeClr val="tx1"/>
                </a:solidFill>
                <a:latin typeface="Aptos Light" panose="020B0004020202020204" pitchFamily="34" charset="0"/>
              </a:rPr>
              <a:t>ust.com</a:t>
            </a:r>
            <a:endParaRPr lang="en-US" b="1" dirty="0">
              <a:solidFill>
                <a:schemeClr val="tx1"/>
              </a:solidFill>
              <a:latin typeface="Aptos Light" panose="020B0004020202020204" pitchFamily="34" charset="0"/>
            </a:endParaRPr>
          </a:p>
        </p:txBody>
      </p:sp>
      <p:sp>
        <p:nvSpPr>
          <p:cNvPr id="2" name="Facebook">
            <a:hlinkClick r:id="rId2"/>
            <a:extLst>
              <a:ext uri="{FF2B5EF4-FFF2-40B4-BE49-F238E27FC236}">
                <a16:creationId xmlns:a16="http://schemas.microsoft.com/office/drawing/2014/main" id="{909105C1-4BB5-4293-E6EA-67F3780A21CD}"/>
              </a:ext>
            </a:extLst>
          </p:cNvPr>
          <p:cNvSpPr>
            <a:spLocks/>
          </p:cNvSpPr>
          <p:nvPr/>
        </p:nvSpPr>
        <p:spPr bwMode="auto">
          <a:xfrm>
            <a:off x="9197136"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3" name="YouTube">
            <a:hlinkClick r:id="rId3"/>
            <a:extLst>
              <a:ext uri="{FF2B5EF4-FFF2-40B4-BE49-F238E27FC236}">
                <a16:creationId xmlns:a16="http://schemas.microsoft.com/office/drawing/2014/main" id="{F2694284-4713-92A1-E9AE-2CFEFAB764E5}"/>
              </a:ext>
            </a:extLst>
          </p:cNvPr>
          <p:cNvSpPr>
            <a:spLocks noEditPoints="1"/>
          </p:cNvSpPr>
          <p:nvPr/>
        </p:nvSpPr>
        <p:spPr bwMode="auto">
          <a:xfrm>
            <a:off x="10916563" y="5537234"/>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4" name="LinkedIn">
            <a:hlinkClick r:id="rId4"/>
            <a:extLst>
              <a:ext uri="{FF2B5EF4-FFF2-40B4-BE49-F238E27FC236}">
                <a16:creationId xmlns:a16="http://schemas.microsoft.com/office/drawing/2014/main" id="{5BCF19E2-3874-7B04-44E7-A449B06788B5}"/>
              </a:ext>
            </a:extLst>
          </p:cNvPr>
          <p:cNvSpPr>
            <a:spLocks noChangeAspect="1" noEditPoints="1"/>
          </p:cNvSpPr>
          <p:nvPr/>
        </p:nvSpPr>
        <p:spPr bwMode="auto">
          <a:xfrm>
            <a:off x="9992433" y="5537234"/>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pic>
        <p:nvPicPr>
          <p:cNvPr id="6" name="Picture 5">
            <a:hlinkClick r:id="rId5"/>
            <a:extLst>
              <a:ext uri="{FF2B5EF4-FFF2-40B4-BE49-F238E27FC236}">
                <a16:creationId xmlns:a16="http://schemas.microsoft.com/office/drawing/2014/main" id="{2A7E4111-3F3F-98D1-88E6-664E9B85049C}"/>
              </a:ext>
            </a:extLst>
          </p:cNvPr>
          <p:cNvPicPr>
            <a:picLocks noChangeAspect="1"/>
          </p:cNvPicPr>
          <p:nvPr/>
        </p:nvPicPr>
        <p:blipFill>
          <a:blip r:embed="rId6"/>
          <a:stretch>
            <a:fillRect/>
          </a:stretch>
        </p:blipFill>
        <p:spPr>
          <a:xfrm>
            <a:off x="9520064" y="5537234"/>
            <a:ext cx="271272" cy="245364"/>
          </a:xfrm>
          <a:prstGeom prst="rect">
            <a:avLst/>
          </a:prstGeom>
        </p:spPr>
      </p:pic>
      <p:pic>
        <p:nvPicPr>
          <p:cNvPr id="9" name="Picture 8">
            <a:extLst>
              <a:ext uri="{FF2B5EF4-FFF2-40B4-BE49-F238E27FC236}">
                <a16:creationId xmlns:a16="http://schemas.microsoft.com/office/drawing/2014/main" id="{A39F3C95-5FFA-4CA9-01DC-D4510DBD06BB}"/>
              </a:ext>
            </a:extLst>
          </p:cNvPr>
          <p:cNvPicPr>
            <a:picLocks noChangeAspect="1"/>
          </p:cNvPicPr>
          <p:nvPr/>
        </p:nvPicPr>
        <p:blipFill>
          <a:blip r:embed="rId7"/>
          <a:stretch>
            <a:fillRect/>
          </a:stretch>
        </p:blipFill>
        <p:spPr>
          <a:xfrm>
            <a:off x="10449725" y="5538999"/>
            <a:ext cx="265741" cy="265741"/>
          </a:xfrm>
          <a:prstGeom prst="rect">
            <a:avLst/>
          </a:prstGeom>
        </p:spPr>
      </p:pic>
    </p:spTree>
    <p:extLst>
      <p:ext uri="{BB962C8B-B14F-4D97-AF65-F5344CB8AC3E}">
        <p14:creationId xmlns:p14="http://schemas.microsoft.com/office/powerpoint/2010/main" val="4278099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14" Type="http://schemas.openxmlformats.org/officeDocument/2006/relationships/slideLayout" Target="../slideLayouts/slideLayout114.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8" name="Legal">
            <a:extLst>
              <a:ext uri="{FF2B5EF4-FFF2-40B4-BE49-F238E27FC236}">
                <a16:creationId xmlns:a16="http://schemas.microsoft.com/office/drawing/2014/main" id="{4CF0DBC0-0449-664B-8AD9-C52EDB6E5938}"/>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2025 UST Global Inc</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807" r:id="rId1"/>
    <p:sldLayoutId id="2147483805" r:id="rId2"/>
    <p:sldLayoutId id="2147483759" r:id="rId3"/>
    <p:sldLayoutId id="2147483723" r:id="rId4"/>
    <p:sldLayoutId id="2147483798" r:id="rId5"/>
    <p:sldLayoutId id="2147483649" r:id="rId6"/>
    <p:sldLayoutId id="2147483681" r:id="rId7"/>
    <p:sldLayoutId id="2147483691" r:id="rId8"/>
    <p:sldLayoutId id="2147483721" r:id="rId9"/>
    <p:sldLayoutId id="2147483795" r:id="rId10"/>
    <p:sldLayoutId id="2147483758" r:id="rId11"/>
    <p:sldLayoutId id="2147483797" r:id="rId12"/>
    <p:sldLayoutId id="2147483787" r:id="rId13"/>
    <p:sldLayoutId id="2147483789" r:id="rId14"/>
    <p:sldLayoutId id="2147483788" r:id="rId15"/>
    <p:sldLayoutId id="2147483796" r:id="rId16"/>
    <p:sldLayoutId id="2147483663" r:id="rId17"/>
    <p:sldLayoutId id="2147483760" r:id="rId18"/>
    <p:sldLayoutId id="2147483701" r:id="rId19"/>
    <p:sldLayoutId id="2147483650" r:id="rId20"/>
    <p:sldLayoutId id="2147483652" r:id="rId21"/>
    <p:sldLayoutId id="2147483656" r:id="rId22"/>
    <p:sldLayoutId id="2147483657" r:id="rId23"/>
    <p:sldLayoutId id="2147483746" r:id="rId24"/>
    <p:sldLayoutId id="2147483747" r:id="rId25"/>
    <p:sldLayoutId id="2147483748" r:id="rId26"/>
    <p:sldLayoutId id="2147483761" r:id="rId27"/>
    <p:sldLayoutId id="2147483794" r:id="rId28"/>
    <p:sldLayoutId id="2147483764" r:id="rId29"/>
    <p:sldLayoutId id="2147483792" r:id="rId30"/>
    <p:sldLayoutId id="2147483763" r:id="rId31"/>
    <p:sldLayoutId id="2147483765" r:id="rId32"/>
    <p:sldLayoutId id="2147483793" r:id="rId33"/>
    <p:sldLayoutId id="2147483767" r:id="rId34"/>
    <p:sldLayoutId id="2147483768" r:id="rId35"/>
    <p:sldLayoutId id="2147483769" r:id="rId36"/>
    <p:sldLayoutId id="2147483770" r:id="rId37"/>
    <p:sldLayoutId id="2147483771" r:id="rId38"/>
    <p:sldLayoutId id="2147483772" r:id="rId39"/>
    <p:sldLayoutId id="2147483773" r:id="rId40"/>
    <p:sldLayoutId id="2147483774" r:id="rId41"/>
    <p:sldLayoutId id="2147483775" r:id="rId42"/>
    <p:sldLayoutId id="2147483776" r:id="rId43"/>
    <p:sldLayoutId id="2147483777" r:id="rId44"/>
    <p:sldLayoutId id="2147483778" r:id="rId45"/>
    <p:sldLayoutId id="2147483779" r:id="rId46"/>
    <p:sldLayoutId id="2147483780" r:id="rId47"/>
    <p:sldLayoutId id="2147483749" r:id="rId48"/>
    <p:sldLayoutId id="2147483750" r:id="rId49"/>
    <p:sldLayoutId id="2147483751" r:id="rId50"/>
    <p:sldLayoutId id="2147483752" r:id="rId51"/>
    <p:sldLayoutId id="2147483753" r:id="rId52"/>
    <p:sldLayoutId id="2147483754" r:id="rId53"/>
    <p:sldLayoutId id="2147483755" r:id="rId54"/>
    <p:sldLayoutId id="2147483756" r:id="rId55"/>
    <p:sldLayoutId id="2147483757" r:id="rId56"/>
    <p:sldLayoutId id="2147483661" r:id="rId57"/>
    <p:sldLayoutId id="2147483660" r:id="rId58"/>
    <p:sldLayoutId id="2147483692" r:id="rId59"/>
    <p:sldLayoutId id="2147483781" r:id="rId60"/>
    <p:sldLayoutId id="2147483665" r:id="rId61"/>
    <p:sldLayoutId id="2147483700" r:id="rId62"/>
    <p:sldLayoutId id="2147483712" r:id="rId63"/>
    <p:sldLayoutId id="2147483714" r:id="rId64"/>
    <p:sldLayoutId id="2147483724" r:id="rId65"/>
    <p:sldLayoutId id="2147483696" r:id="rId66"/>
    <p:sldLayoutId id="2147483695" r:id="rId67"/>
    <p:sldLayoutId id="2147483782" r:id="rId68"/>
    <p:sldLayoutId id="2147483783" r:id="rId69"/>
    <p:sldLayoutId id="2147483694" r:id="rId70"/>
    <p:sldLayoutId id="2147483715" r:id="rId71"/>
    <p:sldLayoutId id="2147483737" r:id="rId72"/>
    <p:sldLayoutId id="2147483711" r:id="rId73"/>
    <p:sldLayoutId id="2147483697" r:id="rId74"/>
    <p:sldLayoutId id="2147483698" r:id="rId75"/>
    <p:sldLayoutId id="2147483736" r:id="rId76"/>
    <p:sldLayoutId id="2147483699" r:id="rId77"/>
    <p:sldLayoutId id="2147483725" r:id="rId78"/>
    <p:sldLayoutId id="2147483784" r:id="rId79"/>
    <p:sldLayoutId id="2147483785" r:id="rId80"/>
    <p:sldLayoutId id="2147483786" r:id="rId81"/>
    <p:sldLayoutId id="2147483703" r:id="rId82"/>
    <p:sldLayoutId id="2147483704" r:id="rId83"/>
    <p:sldLayoutId id="2147483705" r:id="rId84"/>
    <p:sldLayoutId id="2147483722" r:id="rId85"/>
    <p:sldLayoutId id="2147483702" r:id="rId86"/>
    <p:sldLayoutId id="2147483693" r:id="rId87"/>
    <p:sldLayoutId id="2147483651" r:id="rId88"/>
    <p:sldLayoutId id="2147483730" r:id="rId89"/>
    <p:sldLayoutId id="2147483733" r:id="rId90"/>
    <p:sldLayoutId id="2147483708" r:id="rId91"/>
    <p:sldLayoutId id="2147483731" r:id="rId92"/>
    <p:sldLayoutId id="2147483734" r:id="rId93"/>
    <p:sldLayoutId id="2147483709" r:id="rId94"/>
    <p:sldLayoutId id="2147483732" r:id="rId95"/>
    <p:sldLayoutId id="2147483741" r:id="rId96"/>
    <p:sldLayoutId id="2147483744" r:id="rId97"/>
    <p:sldLayoutId id="2147483745" r:id="rId98"/>
    <p:sldLayoutId id="2147483740" r:id="rId99"/>
    <p:sldLayoutId id="2147483742" r:id="rId100"/>
    <p:sldLayoutId id="2147483743" r:id="rId101"/>
    <p:sldLayoutId id="2147483735" r:id="rId102"/>
    <p:sldLayoutId id="2147483717" r:id="rId103"/>
    <p:sldLayoutId id="2147483716" r:id="rId104"/>
    <p:sldLayoutId id="2147483727" r:id="rId105"/>
    <p:sldLayoutId id="2147483726" r:id="rId106"/>
    <p:sldLayoutId id="2147483728" r:id="rId107"/>
    <p:sldLayoutId id="2147483690" r:id="rId108"/>
    <p:sldLayoutId id="2147483689" r:id="rId109"/>
    <p:sldLayoutId id="2147483738" r:id="rId110"/>
    <p:sldLayoutId id="2147483720" r:id="rId111"/>
    <p:sldLayoutId id="2147483719" r:id="rId112"/>
    <p:sldLayoutId id="2147483680" r:id="rId113"/>
    <p:sldLayoutId id="2147483713" r:id="rId114"/>
    <p:sldLayoutId id="2147483707" r:id="rId1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0" kern="1200">
          <a:solidFill>
            <a:schemeClr val="tx1"/>
          </a:solidFill>
          <a:latin typeface="Aptos Light" panose="020B0004020202020204" pitchFamily="34" charset="0"/>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Aptos Light" panose="020B0004020202020204" pitchFamily="34" charset="0"/>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6985E-440E-7859-2340-47CCA3EEB5B8}"/>
              </a:ext>
            </a:extLst>
          </p:cNvPr>
          <p:cNvSpPr>
            <a:spLocks noGrp="1"/>
          </p:cNvSpPr>
          <p:nvPr>
            <p:ph type="ctrTitle"/>
          </p:nvPr>
        </p:nvSpPr>
        <p:spPr/>
        <p:txBody>
          <a:bodyPr/>
          <a:lstStyle/>
          <a:p>
            <a:r>
              <a:rPr lang="en-US" dirty="0"/>
              <a:t>Smart License Plate Detection System</a:t>
            </a:r>
          </a:p>
        </p:txBody>
      </p:sp>
      <p:sp>
        <p:nvSpPr>
          <p:cNvPr id="3" name="Subtitle 2">
            <a:extLst>
              <a:ext uri="{FF2B5EF4-FFF2-40B4-BE49-F238E27FC236}">
                <a16:creationId xmlns:a16="http://schemas.microsoft.com/office/drawing/2014/main" id="{9DC04B68-8123-86C0-9D31-B782708A6D13}"/>
              </a:ext>
            </a:extLst>
          </p:cNvPr>
          <p:cNvSpPr>
            <a:spLocks noGrp="1"/>
          </p:cNvSpPr>
          <p:nvPr>
            <p:ph type="subTitle" idx="1"/>
          </p:nvPr>
        </p:nvSpPr>
        <p:spPr/>
        <p:txBody>
          <a:bodyPr/>
          <a:lstStyle/>
          <a:p>
            <a:r>
              <a:rPr lang="en-US" dirty="0"/>
              <a:t>Raspberry Pi technical Training</a:t>
            </a:r>
          </a:p>
        </p:txBody>
      </p:sp>
      <p:sp>
        <p:nvSpPr>
          <p:cNvPr id="4" name="Text Placeholder 3">
            <a:extLst>
              <a:ext uri="{FF2B5EF4-FFF2-40B4-BE49-F238E27FC236}">
                <a16:creationId xmlns:a16="http://schemas.microsoft.com/office/drawing/2014/main" id="{6DC50F84-70CE-57DA-6B00-9FC8B6779AC4}"/>
              </a:ext>
            </a:extLst>
          </p:cNvPr>
          <p:cNvSpPr>
            <a:spLocks noGrp="1"/>
          </p:cNvSpPr>
          <p:nvPr>
            <p:ph type="body" sz="quarter" idx="11"/>
          </p:nvPr>
        </p:nvSpPr>
        <p:spPr/>
        <p:txBody>
          <a:bodyPr/>
          <a:lstStyle/>
          <a:p>
            <a:r>
              <a:rPr lang="en-US" dirty="0"/>
              <a:t>17 June 2025</a:t>
            </a:r>
          </a:p>
          <a:p>
            <a:r>
              <a:rPr lang="en-US" dirty="0"/>
              <a:t>Avani B Nair</a:t>
            </a:r>
          </a:p>
          <a:p>
            <a:r>
              <a:rPr lang="en-US" dirty="0"/>
              <a:t>Ganga AS</a:t>
            </a:r>
          </a:p>
          <a:p>
            <a:r>
              <a:rPr lang="en-US" dirty="0"/>
              <a:t>Reuben Vinod</a:t>
            </a:r>
          </a:p>
        </p:txBody>
      </p:sp>
      <p:pic>
        <p:nvPicPr>
          <p:cNvPr id="7" name="Picture Placeholder 6">
            <a:extLst>
              <a:ext uri="{FF2B5EF4-FFF2-40B4-BE49-F238E27FC236}">
                <a16:creationId xmlns:a16="http://schemas.microsoft.com/office/drawing/2014/main" id="{0EB2ADD5-C1FD-EF92-39A6-CC147487C373}"/>
              </a:ext>
            </a:extLst>
          </p:cNvPr>
          <p:cNvPicPr>
            <a:picLocks noGrp="1" noChangeAspect="1"/>
          </p:cNvPicPr>
          <p:nvPr>
            <p:ph type="pic" sz="quarter" idx="10"/>
          </p:nvPr>
        </p:nvPicPr>
        <p:blipFill>
          <a:blip r:embed="rId2"/>
          <a:srcRect l="5385" r="5385"/>
          <a:stretch>
            <a:fillRect/>
          </a:stretch>
        </p:blipFill>
        <p:spPr/>
      </p:pic>
    </p:spTree>
    <p:extLst>
      <p:ext uri="{BB962C8B-B14F-4D97-AF65-F5344CB8AC3E}">
        <p14:creationId xmlns:p14="http://schemas.microsoft.com/office/powerpoint/2010/main" val="3762098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CD0C-77A9-1BA6-4539-2A23684AA0F5}"/>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1F35A813-314A-71B8-E80A-B451CEE8B465}"/>
              </a:ext>
            </a:extLst>
          </p:cNvPr>
          <p:cNvSpPr>
            <a:spLocks noGrp="1"/>
          </p:cNvSpPr>
          <p:nvPr>
            <p:ph idx="1"/>
          </p:nvPr>
        </p:nvSpPr>
        <p:spPr/>
        <p:txBody>
          <a:bodyPr/>
          <a:lstStyle/>
          <a:p>
            <a:r>
              <a:rPr lang="en-US" dirty="0"/>
              <a:t>Detect License plates in real time </a:t>
            </a:r>
          </a:p>
          <a:p>
            <a:r>
              <a:rPr lang="en-US" dirty="0"/>
              <a:t>Log data locally and remotely </a:t>
            </a:r>
          </a:p>
          <a:p>
            <a:r>
              <a:rPr lang="en-US" dirty="0"/>
              <a:t>Provide a user-friendly interface using </a:t>
            </a:r>
            <a:r>
              <a:rPr lang="en-US" dirty="0" err="1"/>
              <a:t>tkinter</a:t>
            </a:r>
            <a:r>
              <a:rPr lang="en-US" dirty="0"/>
              <a:t> and flask</a:t>
            </a:r>
          </a:p>
          <a:p>
            <a:r>
              <a:rPr lang="en-US" dirty="0"/>
              <a:t>Support multiple protocols including TCP/ MQTT </a:t>
            </a:r>
          </a:p>
        </p:txBody>
      </p:sp>
    </p:spTree>
    <p:extLst>
      <p:ext uri="{BB962C8B-B14F-4D97-AF65-F5344CB8AC3E}">
        <p14:creationId xmlns:p14="http://schemas.microsoft.com/office/powerpoint/2010/main" val="3302376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CD0C-77A9-1BA6-4539-2A23684AA0F5}"/>
              </a:ext>
            </a:extLst>
          </p:cNvPr>
          <p:cNvSpPr>
            <a:spLocks noGrp="1"/>
          </p:cNvSpPr>
          <p:nvPr>
            <p:ph type="title"/>
          </p:nvPr>
        </p:nvSpPr>
        <p:spPr/>
        <p:txBody>
          <a:bodyPr/>
          <a:lstStyle/>
          <a:p>
            <a:r>
              <a:rPr lang="en-US" dirty="0"/>
              <a:t>System Architecture</a:t>
            </a:r>
          </a:p>
        </p:txBody>
      </p:sp>
      <p:pic>
        <p:nvPicPr>
          <p:cNvPr id="5" name="Content Placeholder 4" descr="A diagram of a computer network&#10;&#10;AI-generated content may be incorrect.">
            <a:extLst>
              <a:ext uri="{FF2B5EF4-FFF2-40B4-BE49-F238E27FC236}">
                <a16:creationId xmlns:a16="http://schemas.microsoft.com/office/drawing/2014/main" id="{43487F4B-B8D1-1512-8FD3-B84520158575}"/>
              </a:ext>
            </a:extLst>
          </p:cNvPr>
          <p:cNvPicPr>
            <a:picLocks noGrp="1" noChangeAspect="1"/>
          </p:cNvPicPr>
          <p:nvPr>
            <p:ph idx="1"/>
          </p:nvPr>
        </p:nvPicPr>
        <p:blipFill>
          <a:blip r:embed="rId2"/>
          <a:stretch>
            <a:fillRect/>
          </a:stretch>
        </p:blipFill>
        <p:spPr>
          <a:xfrm>
            <a:off x="1000757" y="1804048"/>
            <a:ext cx="6486525" cy="3629025"/>
          </a:xfrm>
        </p:spPr>
      </p:pic>
      <p:sp>
        <p:nvSpPr>
          <p:cNvPr id="6" name="TextBox 5">
            <a:extLst>
              <a:ext uri="{FF2B5EF4-FFF2-40B4-BE49-F238E27FC236}">
                <a16:creationId xmlns:a16="http://schemas.microsoft.com/office/drawing/2014/main" id="{42AA0BCD-142A-719E-28E2-CCA617BA45F9}"/>
              </a:ext>
            </a:extLst>
          </p:cNvPr>
          <p:cNvSpPr txBox="1"/>
          <p:nvPr/>
        </p:nvSpPr>
        <p:spPr>
          <a:xfrm>
            <a:off x="7996335" y="970384"/>
            <a:ext cx="3620277" cy="5047861"/>
          </a:xfrm>
          <a:prstGeom prst="rect">
            <a:avLst/>
          </a:prstGeom>
          <a:noFill/>
        </p:spPr>
        <p:txBody>
          <a:bodyPr wrap="square" lIns="0" tIns="0" rIns="0" bIns="0" rtlCol="0">
            <a:noAutofit/>
          </a:bodyPr>
          <a:lstStyle/>
          <a:p>
            <a:pPr marL="0" indent="0" algn="l">
              <a:lnSpc>
                <a:spcPct val="100000"/>
              </a:lnSpc>
              <a:spcBef>
                <a:spcPts val="1200"/>
              </a:spcBef>
              <a:buSzPct val="100000"/>
              <a:buFont typeface="Arial" panose="020B0604020202020204" pitchFamily="34" charset="0"/>
              <a:buNone/>
            </a:pPr>
            <a:r>
              <a:rPr lang="en-US" sz="1800" dirty="0"/>
              <a:t>The main system is comprised of </a:t>
            </a:r>
          </a:p>
          <a:p>
            <a:pPr marL="285750" indent="-285750" algn="l">
              <a:lnSpc>
                <a:spcPct val="100000"/>
              </a:lnSpc>
              <a:spcBef>
                <a:spcPts val="1200"/>
              </a:spcBef>
              <a:buSzPct val="100000"/>
              <a:buFont typeface="Arial" panose="020B0604020202020204" pitchFamily="34" charset="0"/>
              <a:buChar char="•"/>
            </a:pPr>
            <a:r>
              <a:rPr lang="en-US" dirty="0"/>
              <a:t>Raspberry Pi that contains the flask server, camera and the OCR detection using EASYOCR</a:t>
            </a:r>
          </a:p>
          <a:p>
            <a:pPr marL="285750" indent="-285750" algn="l">
              <a:lnSpc>
                <a:spcPct val="100000"/>
              </a:lnSpc>
              <a:spcBef>
                <a:spcPts val="1200"/>
              </a:spcBef>
              <a:buSzPct val="100000"/>
              <a:buFont typeface="Arial" panose="020B0604020202020204" pitchFamily="34" charset="0"/>
              <a:buChar char="•"/>
            </a:pPr>
            <a:r>
              <a:rPr lang="en-US" sz="1800" dirty="0"/>
              <a:t>The flask server maintains an SQL</a:t>
            </a:r>
            <a:r>
              <a:rPr lang="en-US" dirty="0"/>
              <a:t>LITE database that stores the recorded plates</a:t>
            </a:r>
          </a:p>
          <a:p>
            <a:pPr marL="285750" indent="-285750" algn="l">
              <a:lnSpc>
                <a:spcPct val="100000"/>
              </a:lnSpc>
              <a:spcBef>
                <a:spcPts val="1200"/>
              </a:spcBef>
              <a:buSzPct val="100000"/>
              <a:buFont typeface="Arial" panose="020B0604020202020204" pitchFamily="34" charset="0"/>
              <a:buChar char="•"/>
            </a:pPr>
            <a:r>
              <a:rPr lang="en-US" sz="1800" dirty="0"/>
              <a:t>The flask admin can be accessed on the client </a:t>
            </a:r>
            <a:r>
              <a:rPr lang="en-US" dirty="0"/>
              <a:t>laptop remotely and can access and edit the database.</a:t>
            </a:r>
          </a:p>
          <a:p>
            <a:pPr marL="285750" indent="-285750" algn="l">
              <a:lnSpc>
                <a:spcPct val="100000"/>
              </a:lnSpc>
              <a:spcBef>
                <a:spcPts val="1200"/>
              </a:spcBef>
              <a:buSzPct val="100000"/>
              <a:buFont typeface="Arial" panose="020B0604020202020204" pitchFamily="34" charset="0"/>
              <a:buChar char="•"/>
            </a:pPr>
            <a:r>
              <a:rPr lang="en-US" sz="1800" dirty="0"/>
              <a:t>MQTT data is being sen</a:t>
            </a:r>
            <a:r>
              <a:rPr lang="en-US" dirty="0"/>
              <a:t>t over the cloud to a </a:t>
            </a:r>
            <a:r>
              <a:rPr lang="en-US" dirty="0" err="1"/>
              <a:t>ThingsBoard</a:t>
            </a:r>
            <a:r>
              <a:rPr lang="en-US" dirty="0"/>
              <a:t> dashboard</a:t>
            </a:r>
            <a:endParaRPr lang="en-US" sz="1800" dirty="0"/>
          </a:p>
        </p:txBody>
      </p:sp>
    </p:spTree>
    <p:extLst>
      <p:ext uri="{BB962C8B-B14F-4D97-AF65-F5344CB8AC3E}">
        <p14:creationId xmlns:p14="http://schemas.microsoft.com/office/powerpoint/2010/main" val="8701460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1FFBC-0824-6192-0126-8720DC7A1EDC}"/>
              </a:ext>
            </a:extLst>
          </p:cNvPr>
          <p:cNvSpPr>
            <a:spLocks noGrp="1"/>
          </p:cNvSpPr>
          <p:nvPr>
            <p:ph type="title"/>
          </p:nvPr>
        </p:nvSpPr>
        <p:spPr/>
        <p:txBody>
          <a:bodyPr/>
          <a:lstStyle/>
          <a:p>
            <a:r>
              <a:rPr lang="en-US" dirty="0"/>
              <a:t>Functional Components </a:t>
            </a:r>
          </a:p>
        </p:txBody>
      </p:sp>
      <p:sp>
        <p:nvSpPr>
          <p:cNvPr id="3" name="Content Placeholder 2">
            <a:extLst>
              <a:ext uri="{FF2B5EF4-FFF2-40B4-BE49-F238E27FC236}">
                <a16:creationId xmlns:a16="http://schemas.microsoft.com/office/drawing/2014/main" id="{87A868FF-C59D-8F7E-3607-9D467494BDBE}"/>
              </a:ext>
            </a:extLst>
          </p:cNvPr>
          <p:cNvSpPr>
            <a:spLocks noGrp="1"/>
          </p:cNvSpPr>
          <p:nvPr>
            <p:ph idx="1"/>
          </p:nvPr>
        </p:nvSpPr>
        <p:spPr/>
        <p:txBody>
          <a:bodyPr/>
          <a:lstStyle/>
          <a:p>
            <a:r>
              <a:rPr lang="en-US" dirty="0"/>
              <a:t>Detection &amp; OCR pipeline (OpenCV + </a:t>
            </a:r>
            <a:r>
              <a:rPr lang="en-US" dirty="0" err="1"/>
              <a:t>EasyOCR</a:t>
            </a:r>
            <a:r>
              <a:rPr lang="en-US" dirty="0"/>
              <a:t>)</a:t>
            </a:r>
          </a:p>
          <a:p>
            <a:r>
              <a:rPr lang="en-US" dirty="0"/>
              <a:t>Audible Feedback on detection </a:t>
            </a:r>
          </a:p>
          <a:p>
            <a:r>
              <a:rPr lang="en-US" dirty="0"/>
              <a:t>Logging mechanism (SQLite + File Logs)</a:t>
            </a:r>
          </a:p>
          <a:p>
            <a:r>
              <a:rPr lang="en-US" dirty="0" err="1"/>
              <a:t>Tkinter</a:t>
            </a:r>
            <a:r>
              <a:rPr lang="en-US" dirty="0"/>
              <a:t> dashboard (live feed + last detection)</a:t>
            </a:r>
          </a:p>
          <a:p>
            <a:r>
              <a:rPr lang="en-US" dirty="0"/>
              <a:t>Flask remote admin (log view + control)</a:t>
            </a:r>
          </a:p>
          <a:p>
            <a:r>
              <a:rPr lang="en-US" dirty="0"/>
              <a:t>MQTT for real-time streaming</a:t>
            </a:r>
          </a:p>
          <a:p>
            <a:r>
              <a:rPr lang="en-US" dirty="0" err="1"/>
              <a:t>ThingsBoard</a:t>
            </a:r>
            <a:r>
              <a:rPr lang="en-US" dirty="0"/>
              <a:t> Cloud Dashboard</a:t>
            </a:r>
          </a:p>
        </p:txBody>
      </p:sp>
    </p:spTree>
    <p:extLst>
      <p:ext uri="{BB962C8B-B14F-4D97-AF65-F5344CB8AC3E}">
        <p14:creationId xmlns:p14="http://schemas.microsoft.com/office/powerpoint/2010/main" val="88814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F13E0-2F91-A595-196D-AE8D1211A6A1}"/>
              </a:ext>
            </a:extLst>
          </p:cNvPr>
          <p:cNvSpPr>
            <a:spLocks noGrp="1"/>
          </p:cNvSpPr>
          <p:nvPr>
            <p:ph type="title"/>
          </p:nvPr>
        </p:nvSpPr>
        <p:spPr/>
        <p:txBody>
          <a:bodyPr/>
          <a:lstStyle/>
          <a:p>
            <a:r>
              <a:rPr lang="en-US" dirty="0"/>
              <a:t>Pros and Cons</a:t>
            </a:r>
          </a:p>
        </p:txBody>
      </p:sp>
      <p:sp>
        <p:nvSpPr>
          <p:cNvPr id="3" name="Content Placeholder 2">
            <a:extLst>
              <a:ext uri="{FF2B5EF4-FFF2-40B4-BE49-F238E27FC236}">
                <a16:creationId xmlns:a16="http://schemas.microsoft.com/office/drawing/2014/main" id="{51DCFC4C-7D53-8D1F-C35E-5FEE46211690}"/>
              </a:ext>
            </a:extLst>
          </p:cNvPr>
          <p:cNvSpPr>
            <a:spLocks noGrp="1"/>
          </p:cNvSpPr>
          <p:nvPr>
            <p:ph sz="half" idx="1"/>
          </p:nvPr>
        </p:nvSpPr>
        <p:spPr/>
        <p:txBody>
          <a:bodyPr/>
          <a:lstStyle/>
          <a:p>
            <a:r>
              <a:rPr lang="en-US" dirty="0"/>
              <a:t>Advantages:</a:t>
            </a:r>
          </a:p>
          <a:p>
            <a:r>
              <a:rPr lang="en-US" dirty="0"/>
              <a:t>Real time Vehicle license plate monitoring.</a:t>
            </a:r>
          </a:p>
          <a:p>
            <a:r>
              <a:rPr lang="en-US" dirty="0"/>
              <a:t>Lightweight and portable system using raspberry Pi</a:t>
            </a:r>
          </a:p>
          <a:p>
            <a:r>
              <a:rPr lang="en-US" dirty="0"/>
              <a:t>Logs can be easily accessed via web dashboard.</a:t>
            </a:r>
          </a:p>
          <a:p>
            <a:r>
              <a:rPr lang="en-US" dirty="0"/>
              <a:t>Simple architecture and easily explainable</a:t>
            </a:r>
          </a:p>
          <a:p>
            <a:r>
              <a:rPr lang="en-US" dirty="0"/>
              <a:t>Offline data storage and export options</a:t>
            </a:r>
          </a:p>
        </p:txBody>
      </p:sp>
      <p:sp>
        <p:nvSpPr>
          <p:cNvPr id="4" name="Content Placeholder 3">
            <a:extLst>
              <a:ext uri="{FF2B5EF4-FFF2-40B4-BE49-F238E27FC236}">
                <a16:creationId xmlns:a16="http://schemas.microsoft.com/office/drawing/2014/main" id="{B6215E15-76E1-8169-6016-1901E75581B5}"/>
              </a:ext>
            </a:extLst>
          </p:cNvPr>
          <p:cNvSpPr>
            <a:spLocks noGrp="1"/>
          </p:cNvSpPr>
          <p:nvPr>
            <p:ph sz="half" idx="2"/>
          </p:nvPr>
        </p:nvSpPr>
        <p:spPr/>
        <p:txBody>
          <a:bodyPr/>
          <a:lstStyle/>
          <a:p>
            <a:r>
              <a:rPr lang="en-US" dirty="0"/>
              <a:t>Disadvantages</a:t>
            </a:r>
          </a:p>
          <a:p>
            <a:r>
              <a:rPr lang="en-US" dirty="0" err="1"/>
              <a:t>EasyOCR</a:t>
            </a:r>
            <a:r>
              <a:rPr lang="en-US" dirty="0"/>
              <a:t> may not produce correct detection all the time, lighting will cause errors in detection </a:t>
            </a:r>
          </a:p>
          <a:p>
            <a:r>
              <a:rPr lang="en-US" dirty="0"/>
              <a:t>Requires a consistent camera angle for accuracy</a:t>
            </a:r>
          </a:p>
          <a:p>
            <a:r>
              <a:rPr lang="en-US" dirty="0"/>
              <a:t>Compute power of raspberry pi is limited</a:t>
            </a:r>
          </a:p>
          <a:p>
            <a:r>
              <a:rPr lang="en-US" dirty="0"/>
              <a:t>No Automatic number plate recognition (APNR)</a:t>
            </a:r>
          </a:p>
          <a:p>
            <a:r>
              <a:rPr lang="en-US" dirty="0"/>
              <a:t>Local MQTT not successful due to network limitation</a:t>
            </a:r>
          </a:p>
        </p:txBody>
      </p:sp>
    </p:spTree>
    <p:extLst>
      <p:ext uri="{BB962C8B-B14F-4D97-AF65-F5344CB8AC3E}">
        <p14:creationId xmlns:p14="http://schemas.microsoft.com/office/powerpoint/2010/main" val="3765542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1FFBC-0824-6192-0126-8720DC7A1EDC}"/>
              </a:ext>
            </a:extLst>
          </p:cNvPr>
          <p:cNvSpPr>
            <a:spLocks noGrp="1"/>
          </p:cNvSpPr>
          <p:nvPr>
            <p:ph type="title"/>
          </p:nvPr>
        </p:nvSpPr>
        <p:spPr/>
        <p:txBody>
          <a:bodyPr/>
          <a:lstStyle/>
          <a:p>
            <a:r>
              <a:rPr lang="en-US" dirty="0"/>
              <a:t>Future Enhancements </a:t>
            </a:r>
          </a:p>
        </p:txBody>
      </p:sp>
      <p:sp>
        <p:nvSpPr>
          <p:cNvPr id="3" name="Content Placeholder 2">
            <a:extLst>
              <a:ext uri="{FF2B5EF4-FFF2-40B4-BE49-F238E27FC236}">
                <a16:creationId xmlns:a16="http://schemas.microsoft.com/office/drawing/2014/main" id="{87A868FF-C59D-8F7E-3607-9D467494BDBE}"/>
              </a:ext>
            </a:extLst>
          </p:cNvPr>
          <p:cNvSpPr>
            <a:spLocks noGrp="1"/>
          </p:cNvSpPr>
          <p:nvPr>
            <p:ph idx="1"/>
          </p:nvPr>
        </p:nvSpPr>
        <p:spPr/>
        <p:txBody>
          <a:bodyPr/>
          <a:lstStyle/>
          <a:p>
            <a:r>
              <a:rPr lang="en-US" dirty="0"/>
              <a:t>Integrate ANPR deep learning model for better accuracy.</a:t>
            </a:r>
          </a:p>
          <a:p>
            <a:r>
              <a:rPr lang="en-US" dirty="0"/>
              <a:t>Improved preprocessing able to detect even in low lighting or different angles.</a:t>
            </a:r>
          </a:p>
          <a:p>
            <a:r>
              <a:rPr lang="en-US" dirty="0"/>
              <a:t>Add vehicle image storage in cloud</a:t>
            </a:r>
          </a:p>
          <a:p>
            <a:r>
              <a:rPr lang="en-US" dirty="0"/>
              <a:t>Multiuser role-based access in dashboard</a:t>
            </a:r>
          </a:p>
          <a:p>
            <a:r>
              <a:rPr lang="en-US" dirty="0"/>
              <a:t>Enable GPS tagging and timestamp synchronization’</a:t>
            </a:r>
          </a:p>
          <a:p>
            <a:r>
              <a:rPr lang="en-US" dirty="0"/>
              <a:t>Improve UI/UX of  dashboard using bootstrap and React.</a:t>
            </a:r>
          </a:p>
          <a:p>
            <a:endParaRPr lang="en-US" dirty="0"/>
          </a:p>
        </p:txBody>
      </p:sp>
    </p:spTree>
    <p:extLst>
      <p:ext uri="{BB962C8B-B14F-4D97-AF65-F5344CB8AC3E}">
        <p14:creationId xmlns:p14="http://schemas.microsoft.com/office/powerpoint/2010/main" val="28896381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CA2D4-CC30-5F73-AA1B-C3DA3B6D946B}"/>
              </a:ext>
            </a:extLst>
          </p:cNvPr>
          <p:cNvSpPr>
            <a:spLocks noGrp="1"/>
          </p:cNvSpPr>
          <p:nvPr>
            <p:ph type="title"/>
          </p:nvPr>
        </p:nvSpPr>
        <p:spPr/>
        <p:txBody>
          <a:bodyPr/>
          <a:lstStyle/>
          <a:p>
            <a:r>
              <a:rPr lang="en-US" dirty="0"/>
              <a:t>Demo</a:t>
            </a:r>
          </a:p>
        </p:txBody>
      </p:sp>
      <p:sp>
        <p:nvSpPr>
          <p:cNvPr id="3" name="Text Placeholder 2">
            <a:extLst>
              <a:ext uri="{FF2B5EF4-FFF2-40B4-BE49-F238E27FC236}">
                <a16:creationId xmlns:a16="http://schemas.microsoft.com/office/drawing/2014/main" id="{FE176FFC-7AFF-E68C-955C-1C543D4229D1}"/>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37676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C4123-E297-458A-0CC6-4D8EFA71D173}"/>
              </a:ext>
            </a:extLst>
          </p:cNvPr>
          <p:cNvSpPr>
            <a:spLocks noGrp="1"/>
          </p:cNvSpPr>
          <p:nvPr>
            <p:ph type="title"/>
          </p:nvPr>
        </p:nvSpPr>
        <p:spPr/>
        <p:txBody>
          <a:bodyPr/>
          <a:lstStyle/>
          <a:p>
            <a:r>
              <a:rPr lang="en-US" dirty="0"/>
              <a:t>Flask admin panel</a:t>
            </a:r>
          </a:p>
        </p:txBody>
      </p:sp>
      <p:pic>
        <p:nvPicPr>
          <p:cNvPr id="2050" name="Picture 2">
            <a:extLst>
              <a:ext uri="{FF2B5EF4-FFF2-40B4-BE49-F238E27FC236}">
                <a16:creationId xmlns:a16="http://schemas.microsoft.com/office/drawing/2014/main" id="{47E64ECC-71DC-E6A2-3D28-C5CE7D2A162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3470" y="2324757"/>
            <a:ext cx="5627268" cy="270812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A311E3F-E76F-0B95-159D-73F0526EDA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6625" y="2014115"/>
            <a:ext cx="4207640" cy="3329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5077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C4123-E297-458A-0CC6-4D8EFA71D173}"/>
              </a:ext>
            </a:extLst>
          </p:cNvPr>
          <p:cNvSpPr>
            <a:spLocks noGrp="1"/>
          </p:cNvSpPr>
          <p:nvPr>
            <p:ph type="title"/>
          </p:nvPr>
        </p:nvSpPr>
        <p:spPr/>
        <p:txBody>
          <a:bodyPr/>
          <a:lstStyle/>
          <a:p>
            <a:r>
              <a:rPr lang="en-US" dirty="0" err="1"/>
              <a:t>Tkinter</a:t>
            </a:r>
            <a:r>
              <a:rPr lang="en-US" dirty="0"/>
              <a:t> Panel</a:t>
            </a:r>
          </a:p>
        </p:txBody>
      </p:sp>
      <p:pic>
        <p:nvPicPr>
          <p:cNvPr id="3074" name="Picture 2">
            <a:extLst>
              <a:ext uri="{FF2B5EF4-FFF2-40B4-BE49-F238E27FC236}">
                <a16:creationId xmlns:a16="http://schemas.microsoft.com/office/drawing/2014/main" id="{B5428839-5DD2-4390-7FAE-40F01BC805B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2057" y="1130855"/>
            <a:ext cx="8940593" cy="4827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37433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B486735-2D99-3E40-5E11-A4A46D770D41}"/>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71915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Template Aptos Light">
      <a:majorFont>
        <a:latin typeface="Aptos Light"/>
        <a:ea typeface=""/>
        <a:cs typeface=""/>
      </a:majorFont>
      <a:minorFont>
        <a:latin typeface="Aptos Light"/>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0" indent="0" algn="l">
          <a:lnSpc>
            <a:spcPct val="100000"/>
          </a:lnSpc>
          <a:spcBef>
            <a:spcPts val="1200"/>
          </a:spcBef>
          <a:buSzPct val="100000"/>
          <a:buFont typeface="Arial" panose="020B0604020202020204" pitchFamily="34" charset="0"/>
          <a:buNone/>
          <a:defRPr sz="1800" dirty="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 id="{33678580-93C1-4E0D-A6BC-83193A38F69D}" vid="{44857801-5068-4D60-BC94-AEF234346355}"/>
    </a:ext>
  </a:extLst>
</a:theme>
</file>

<file path=docProps/app.xml><?xml version="1.0" encoding="utf-8"?>
<Properties xmlns="http://schemas.openxmlformats.org/officeDocument/2006/extended-properties" xmlns:vt="http://schemas.openxmlformats.org/officeDocument/2006/docPropsVTypes">
  <Template>Default Theme</Template>
  <TotalTime>179</TotalTime>
  <Words>305</Words>
  <Application>Microsoft Office PowerPoint</Application>
  <PresentationFormat>Widescreen</PresentationFormat>
  <Paragraphs>48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Light</vt:lpstr>
      <vt:lpstr>Arial</vt:lpstr>
      <vt:lpstr>Wingdings</vt:lpstr>
      <vt:lpstr>UST</vt:lpstr>
      <vt:lpstr>Smart License Plate Detection System</vt:lpstr>
      <vt:lpstr>Objective</vt:lpstr>
      <vt:lpstr>System Architecture</vt:lpstr>
      <vt:lpstr>Functional Components </vt:lpstr>
      <vt:lpstr>Pros and Cons</vt:lpstr>
      <vt:lpstr>Future Enhancements </vt:lpstr>
      <vt:lpstr>Demo</vt:lpstr>
      <vt:lpstr>Flask admin panel</vt:lpstr>
      <vt:lpstr>Tkinter Panel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Reuben Vinod Varghese(UST,IN)</dc:creator>
  <cp:lastModifiedBy>Reuben Vinod Varghese(UST,IN)</cp:lastModifiedBy>
  <cp:revision>3</cp:revision>
  <dcterms:created xsi:type="dcterms:W3CDTF">2025-06-17T03:56:25Z</dcterms:created>
  <dcterms:modified xsi:type="dcterms:W3CDTF">2025-06-17T06:55:44Z</dcterms:modified>
</cp:coreProperties>
</file>